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1"/>
    <p:sldMasterId id="2147483664" r:id="rId2"/>
    <p:sldMasterId id="2147483787" r:id="rId3"/>
    <p:sldMasterId id="2147483800" r:id="rId4"/>
    <p:sldMasterId id="2147483813" r:id="rId5"/>
    <p:sldMasterId id="2147483826" r:id="rId6"/>
  </p:sldMasterIdLst>
  <p:notesMasterIdLst>
    <p:notesMasterId r:id="rId29"/>
  </p:notesMasterIdLst>
  <p:handoutMasterIdLst>
    <p:handoutMasterId r:id="rId30"/>
  </p:handoutMasterIdLst>
  <p:sldIdLst>
    <p:sldId id="770" r:id="rId7"/>
    <p:sldId id="789" r:id="rId8"/>
    <p:sldId id="791" r:id="rId9"/>
    <p:sldId id="790" r:id="rId10"/>
    <p:sldId id="792" r:id="rId11"/>
    <p:sldId id="793" r:id="rId12"/>
    <p:sldId id="794" r:id="rId13"/>
    <p:sldId id="795" r:id="rId14"/>
    <p:sldId id="796" r:id="rId15"/>
    <p:sldId id="797" r:id="rId16"/>
    <p:sldId id="798" r:id="rId17"/>
    <p:sldId id="800" r:id="rId18"/>
    <p:sldId id="801" r:id="rId19"/>
    <p:sldId id="802" r:id="rId20"/>
    <p:sldId id="803" r:id="rId21"/>
    <p:sldId id="804" r:id="rId22"/>
    <p:sldId id="805" r:id="rId23"/>
    <p:sldId id="806" r:id="rId24"/>
    <p:sldId id="807" r:id="rId25"/>
    <p:sldId id="808" r:id="rId26"/>
    <p:sldId id="809" r:id="rId27"/>
    <p:sldId id="810" r:id="rId28"/>
  </p:sldIdLst>
  <p:sldSz cx="9144000" cy="6858000" type="screen4x3"/>
  <p:notesSz cx="7099300" cy="10234613"/>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kaya" initials="z" lastIdx="4" clrIdx="0">
    <p:extLst>
      <p:ext uri="{19B8F6BF-5375-455C-9EA6-DF929625EA0E}">
        <p15:presenceInfo xmlns:p15="http://schemas.microsoft.com/office/powerpoint/2012/main" userId="zkay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33CCCC"/>
    <a:srgbClr val="CCFFCC"/>
    <a:srgbClr val="FFFFCC"/>
    <a:srgbClr val="CCFFFF"/>
    <a:srgbClr val="FFFF00"/>
    <a:srgbClr val="DDDDDD"/>
    <a:srgbClr val="FFCCFF"/>
    <a:srgbClr val="FF99CC"/>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Açık Stil 2 - Vurgu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1786" autoAdjust="0"/>
  </p:normalViewPr>
  <p:slideViewPr>
    <p:cSldViewPr snapToGrid="0">
      <p:cViewPr varScale="1">
        <p:scale>
          <a:sx n="114" d="100"/>
          <a:sy n="114" d="100"/>
        </p:scale>
        <p:origin x="150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77" d="100"/>
          <a:sy n="77" d="100"/>
        </p:scale>
        <p:origin x="4008"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tr-TR"/>
          </a:p>
        </p:txBody>
      </p:sp>
      <p:sp>
        <p:nvSpPr>
          <p:cNvPr id="131075" name="Rectangle 3"/>
          <p:cNvSpPr>
            <a:spLocks noGrp="1" noChangeArrowheads="1"/>
          </p:cNvSpPr>
          <p:nvPr>
            <p:ph type="dt" sz="quarter" idx="1"/>
          </p:nvPr>
        </p:nvSpPr>
        <p:spPr bwMode="auto">
          <a:xfrm>
            <a:off x="4021088" y="0"/>
            <a:ext cx="3076672" cy="5110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tr-TR"/>
          </a:p>
        </p:txBody>
      </p:sp>
      <p:sp>
        <p:nvSpPr>
          <p:cNvPr id="131076" name="Rectangle 4"/>
          <p:cNvSpPr>
            <a:spLocks noGrp="1" noChangeArrowheads="1"/>
          </p:cNvSpPr>
          <p:nvPr>
            <p:ph type="ftr" sz="quarter" idx="2"/>
          </p:nvPr>
        </p:nvSpPr>
        <p:spPr bwMode="auto">
          <a:xfrm>
            <a:off x="0"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tr-TR"/>
          </a:p>
        </p:txBody>
      </p:sp>
      <p:sp>
        <p:nvSpPr>
          <p:cNvPr id="131077" name="Rectangle 5"/>
          <p:cNvSpPr>
            <a:spLocks noGrp="1" noChangeArrowheads="1"/>
          </p:cNvSpPr>
          <p:nvPr>
            <p:ph type="sldNum" sz="quarter" idx="3"/>
          </p:nvPr>
        </p:nvSpPr>
        <p:spPr bwMode="auto">
          <a:xfrm>
            <a:off x="4021088" y="9721868"/>
            <a:ext cx="3076672" cy="51105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E00D6C2-52E2-460C-9B58-3CD61A24B075}" type="slidenum">
              <a:rPr lang="en-US"/>
              <a:pPr/>
              <a:t>‹#›</a:t>
            </a:fld>
            <a:endParaRPr lang="en-US"/>
          </a:p>
        </p:txBody>
      </p:sp>
    </p:spTree>
    <p:extLst>
      <p:ext uri="{BB962C8B-B14F-4D97-AF65-F5344CB8AC3E}">
        <p14:creationId xmlns:p14="http://schemas.microsoft.com/office/powerpoint/2010/main" val="218466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endParaRPr lang="tr-TR"/>
          </a:p>
        </p:txBody>
      </p:sp>
      <p:sp>
        <p:nvSpPr>
          <p:cNvPr id="3075" name="Rectangle 3"/>
          <p:cNvSpPr>
            <a:spLocks noGrp="1" noChangeArrowheads="1"/>
          </p:cNvSpPr>
          <p:nvPr>
            <p:ph type="dt" idx="1"/>
          </p:nvPr>
        </p:nvSpPr>
        <p:spPr bwMode="auto">
          <a:xfrm>
            <a:off x="4022629" y="0"/>
            <a:ext cx="3076671"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endParaRPr lang="tr-TR"/>
          </a:p>
        </p:txBody>
      </p:sp>
      <p:sp>
        <p:nvSpPr>
          <p:cNvPr id="89092"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45957" y="4861781"/>
            <a:ext cx="5207386" cy="46045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723560"/>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endParaRPr lang="tr-TR"/>
          </a:p>
        </p:txBody>
      </p:sp>
      <p:sp>
        <p:nvSpPr>
          <p:cNvPr id="3079" name="Rectangle 7"/>
          <p:cNvSpPr>
            <a:spLocks noGrp="1" noChangeArrowheads="1"/>
          </p:cNvSpPr>
          <p:nvPr>
            <p:ph type="sldNum" sz="quarter" idx="5"/>
          </p:nvPr>
        </p:nvSpPr>
        <p:spPr bwMode="auto">
          <a:xfrm>
            <a:off x="4022629" y="9723560"/>
            <a:ext cx="3076671"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fld id="{94F9E22C-A560-44E3-9891-E6761E7FE4D2}" type="slidenum">
              <a:rPr lang="en-US"/>
              <a:pPr/>
              <a:t>‹#›</a:t>
            </a:fld>
            <a:endParaRPr lang="en-US"/>
          </a:p>
        </p:txBody>
      </p:sp>
    </p:spTree>
    <p:extLst>
      <p:ext uri="{BB962C8B-B14F-4D97-AF65-F5344CB8AC3E}">
        <p14:creationId xmlns:p14="http://schemas.microsoft.com/office/powerpoint/2010/main" val="15424214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53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8BCA47C0-B7EB-403B-A39B-0D22BA9C779C}" type="slidenum">
              <a:rPr lang="en-US"/>
              <a:pPr>
                <a:defRPr/>
              </a:pPr>
              <a:t>‹#›</a:t>
            </a:fld>
            <a:endParaRPr lang="en-US"/>
          </a:p>
        </p:txBody>
      </p:sp>
    </p:spTree>
    <p:extLst>
      <p:ext uri="{BB962C8B-B14F-4D97-AF65-F5344CB8AC3E}">
        <p14:creationId xmlns:p14="http://schemas.microsoft.com/office/powerpoint/2010/main" val="1689086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xfrm>
            <a:off x="0" y="6694488"/>
            <a:ext cx="260350" cy="122237"/>
          </a:xfrm>
          <a:prstGeom prst="rect">
            <a:avLst/>
          </a:prstGeom>
        </p:spPr>
        <p:txBody>
          <a:bodyPr/>
          <a:lstStyle>
            <a:lvl1pPr eaLnBrk="0" hangingPunct="0">
              <a:lnSpc>
                <a:spcPct val="100000"/>
              </a:lnSpc>
              <a:spcAft>
                <a:spcPct val="0"/>
              </a:spcAft>
              <a:buFontTx/>
              <a:buNone/>
              <a:defRPr sz="2400">
                <a:solidFill>
                  <a:srgbClr val="000000"/>
                </a:solidFill>
                <a:latin typeface="Times New Roman" pitchFamily="18" charset="0"/>
                <a:ea typeface="+mn-ea"/>
                <a:sym typeface="Times" pitchFamily="60" charset="0"/>
              </a:defRPr>
            </a:lvl1pPr>
          </a:lstStyle>
          <a:p>
            <a:pPr>
              <a:defRPr/>
            </a:pPr>
            <a:fld id="{54BBEDAF-4CAD-4687-AECE-1E45E0407EEE}" type="slidenum">
              <a:rPr lang="en-US"/>
              <a:pPr>
                <a:defRPr/>
              </a:pPr>
              <a:t>‹#›</a:t>
            </a:fld>
            <a:endParaRPr lang="en-US"/>
          </a:p>
        </p:txBody>
      </p:sp>
    </p:spTree>
    <p:extLst>
      <p:ext uri="{BB962C8B-B14F-4D97-AF65-F5344CB8AC3E}">
        <p14:creationId xmlns:p14="http://schemas.microsoft.com/office/powerpoint/2010/main" val="245271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0F005141-3E15-4B0D-989A-F17E2C0B290D}"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
        <p:nvSpPr>
          <p:cNvPr id="5" name="Footer Placeholder 4"/>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dirty="0">
              <a:solidFill>
                <a:srgbClr val="000000"/>
              </a:solidFill>
              <a:latin typeface="Arial" charset="0"/>
            </a:endParaRPr>
          </a:p>
        </p:txBody>
      </p:sp>
    </p:spTree>
    <p:extLst>
      <p:ext uri="{BB962C8B-B14F-4D97-AF65-F5344CB8AC3E}">
        <p14:creationId xmlns:p14="http://schemas.microsoft.com/office/powerpoint/2010/main" val="250562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2255F62-7E68-45B6-B8BB-EE0FA6E0AE2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endParaRPr lang="en-US" sz="1400" dirty="0">
              <a:solidFill>
                <a:srgbClr val="336699"/>
              </a:solidFill>
            </a:endParaRPr>
          </a:p>
        </p:txBody>
      </p:sp>
    </p:spTree>
    <p:extLst>
      <p:ext uri="{BB962C8B-B14F-4D97-AF65-F5344CB8AC3E}">
        <p14:creationId xmlns:p14="http://schemas.microsoft.com/office/powerpoint/2010/main" val="3368260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787566AF-3F22-4EEC-ADED-0001FD731C9E}"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4006148"/>
            <a:ext cx="7772400" cy="400752"/>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945414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69953" y="1524003"/>
            <a:ext cx="3624263"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524003"/>
            <a:ext cx="3624262" cy="28629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ECD2814-999E-4032-906C-2175D48D707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32319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43240"/>
            <a:ext cx="4040188"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343240"/>
            <a:ext cx="4041775" cy="83163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2124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F53B03B3-6070-425A-B684-6AF20A3CD5E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8"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189713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9C0316F6-F3E1-4B87-BA86-E40838D53467}"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13760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CB335D22-03A4-4154-A105-3651724AD01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3138190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AB0EDAF9-0480-4BA6-8E13-B61891626FB5}"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2434778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7DD5AB4A-A33A-4525-8D78-3D63E3001279}"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
        <p:nvSpPr>
          <p:cNvPr id="6" name="Rectangle 199"/>
          <p:cNvSpPr>
            <a:spLocks noGrp="1" noChangeArrowheads="1"/>
          </p:cNvSpPr>
          <p:nvPr>
            <p:ph type="ftr" sz="quarter" idx="11"/>
          </p:nvPr>
        </p:nvSpPr>
        <p:spPr>
          <a:xfrm>
            <a:off x="0" y="6400800"/>
            <a:ext cx="9144000" cy="457200"/>
          </a:xfrm>
          <a:prstGeom prst="rect">
            <a:avLst/>
          </a:prstGeom>
        </p:spPr>
        <p:txBody>
          <a:bodyPr/>
          <a:lstStyle>
            <a:lvl1pPr>
              <a:defRPr/>
            </a:lvl1pPr>
          </a:lstStyle>
          <a:p>
            <a:pPr>
              <a:lnSpc>
                <a:spcPct val="90000"/>
              </a:lnSpc>
              <a:spcAft>
                <a:spcPct val="50000"/>
              </a:spcAft>
              <a:buFontTx/>
              <a:buChar char="•"/>
              <a:defRPr/>
            </a:pPr>
            <a:endParaRPr lang="en-US" sz="2200">
              <a:solidFill>
                <a:srgbClr val="000000"/>
              </a:solidFill>
              <a:latin typeface="Arial" charset="0"/>
            </a:endParaRPr>
          </a:p>
        </p:txBody>
      </p:sp>
    </p:spTree>
    <p:extLst>
      <p:ext uri="{BB962C8B-B14F-4D97-AF65-F5344CB8AC3E}">
        <p14:creationId xmlns:p14="http://schemas.microsoft.com/office/powerpoint/2010/main" val="3158276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D1CE32CB-7F51-480E-A104-8947DCC1C2AC}"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074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19888"/>
            <a:ext cx="1905000" cy="139700"/>
          </a:xfrm>
          <a:prstGeom prst="rect">
            <a:avLst/>
          </a:prstGeo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a:lvl1pPr>
          </a:lstStyle>
          <a:p>
            <a:pPr>
              <a:spcAft>
                <a:spcPct val="50000"/>
              </a:spcAft>
              <a:buFontTx/>
              <a:buChar char="•"/>
              <a:defRPr/>
            </a:pPr>
            <a:fld id="{18AB817D-8C5B-4BCE-B44B-882C88C9BF9B}" type="slidenum">
              <a:rPr lang="en-US" sz="2200">
                <a:solidFill>
                  <a:srgbClr val="000000"/>
                </a:solidFill>
                <a:latin typeface="Arial" charset="0"/>
              </a:rPr>
              <a:pPr>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166554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52D630E-1F6A-4FB2-A386-9A349C5B3F66}"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9842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5073B400-6E83-48BF-87B6-725E47C03D88}"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Title 1"/>
          <p:cNvSpPr>
            <a:spLocks noGrp="1"/>
          </p:cNvSpPr>
          <p:nvPr>
            <p:ph type="title"/>
          </p:nvPr>
        </p:nvSpPr>
        <p:spPr/>
        <p:txBody>
          <a:bodyPr/>
          <a:lstStyle/>
          <a:p>
            <a:r>
              <a:rPr lang="en-US"/>
              <a:t>Click to edit Master title style</a:t>
            </a:r>
          </a:p>
        </p:txBody>
      </p:sp>
      <p:sp>
        <p:nvSpPr>
          <p:cNvPr id="4" name="Rectangle 199"/>
          <p:cNvSpPr txBox="1">
            <a:spLocks noChangeArrowheads="1"/>
          </p:cNvSpPr>
          <p:nvPr userDrawn="1"/>
        </p:nvSpPr>
        <p:spPr>
          <a:xfrm>
            <a:off x="0" y="6604000"/>
            <a:ext cx="9144000" cy="254000"/>
          </a:xfrm>
          <a:prstGeom prst="rect">
            <a:avLst/>
          </a:prstGeom>
        </p:spPr>
        <p:txBody>
          <a:bodyPr/>
          <a:lstStyle>
            <a:defPPr>
              <a:defRPr lang="en-US"/>
            </a:defPPr>
            <a:lvl1pPr algn="ctr" rtl="0" eaLnBrk="0" fontAlgn="base" hangingPunct="0">
              <a:lnSpc>
                <a:spcPct val="90000"/>
              </a:lnSpc>
              <a:spcBef>
                <a:spcPct val="0"/>
              </a:spcBef>
              <a:spcAft>
                <a:spcPct val="50000"/>
              </a:spcAft>
              <a:buNone/>
              <a:defRPr sz="1200" b="0" kern="1200">
                <a:solidFill>
                  <a:schemeClr val="tx1"/>
                </a:solidFill>
                <a:latin typeface="Arial" charset="0"/>
                <a:ea typeface="+mn-ea"/>
                <a:cs typeface="+mn-cs"/>
              </a:defRPr>
            </a:lvl1pPr>
            <a:lvl2pPr marL="4572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2pPr>
            <a:lvl3pPr marL="9144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3pPr>
            <a:lvl4pPr marL="13716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4pPr>
            <a:lvl5pPr marL="1828800" algn="l" rtl="0" eaLnBrk="0" fontAlgn="base" hangingPunct="0">
              <a:lnSpc>
                <a:spcPct val="90000"/>
              </a:lnSpc>
              <a:spcBef>
                <a:spcPct val="0"/>
              </a:spcBef>
              <a:spcAft>
                <a:spcPct val="50000"/>
              </a:spcAft>
              <a:buChar char="•"/>
              <a:defRPr sz="2200" b="1" kern="1200">
                <a:solidFill>
                  <a:schemeClr val="tx1"/>
                </a:solidFill>
                <a:latin typeface="Arial" pitchFamily="34" charset="0"/>
                <a:ea typeface="+mn-ea"/>
                <a:cs typeface="+mn-cs"/>
              </a:defRPr>
            </a:lvl5pPr>
            <a:lvl6pPr marL="2286000" algn="l" defTabSz="914400" rtl="0" eaLnBrk="1" latinLnBrk="0" hangingPunct="1">
              <a:defRPr sz="2200" b="1" kern="1200">
                <a:solidFill>
                  <a:schemeClr val="tx1"/>
                </a:solidFill>
                <a:latin typeface="Arial" pitchFamily="34" charset="0"/>
                <a:ea typeface="+mn-ea"/>
                <a:cs typeface="+mn-cs"/>
              </a:defRPr>
            </a:lvl6pPr>
            <a:lvl7pPr marL="2743200" algn="l" defTabSz="914400" rtl="0" eaLnBrk="1" latinLnBrk="0" hangingPunct="1">
              <a:defRPr sz="2200" b="1" kern="1200">
                <a:solidFill>
                  <a:schemeClr val="tx1"/>
                </a:solidFill>
                <a:latin typeface="Arial" pitchFamily="34" charset="0"/>
                <a:ea typeface="+mn-ea"/>
                <a:cs typeface="+mn-cs"/>
              </a:defRPr>
            </a:lvl7pPr>
            <a:lvl8pPr marL="3200400" algn="l" defTabSz="914400" rtl="0" eaLnBrk="1" latinLnBrk="0" hangingPunct="1">
              <a:defRPr sz="2200" b="1" kern="1200">
                <a:solidFill>
                  <a:schemeClr val="tx1"/>
                </a:solidFill>
                <a:latin typeface="Arial" pitchFamily="34" charset="0"/>
                <a:ea typeface="+mn-ea"/>
                <a:cs typeface="+mn-cs"/>
              </a:defRPr>
            </a:lvl8pPr>
            <a:lvl9pPr marL="3657600" algn="l" defTabSz="914400" rtl="0" eaLnBrk="1" latinLnBrk="0" hangingPunct="1">
              <a:defRPr sz="2200" b="1" kern="1200">
                <a:solidFill>
                  <a:schemeClr val="tx1"/>
                </a:solidFill>
                <a:latin typeface="Arial" pitchFamily="34" charset="0"/>
                <a:ea typeface="+mn-ea"/>
                <a:cs typeface="+mn-cs"/>
              </a:defRPr>
            </a:lvl9pPr>
          </a:lstStyle>
          <a:p>
            <a:pPr>
              <a:defRPr/>
            </a:pPr>
            <a:r>
              <a:rPr lang="en-US" sz="1400" dirty="0">
                <a:solidFill>
                  <a:srgbClr val="336699"/>
                </a:solidFill>
              </a:rPr>
              <a:t>ue.aydin.edu.tr</a:t>
            </a:r>
          </a:p>
        </p:txBody>
      </p:sp>
    </p:spTree>
    <p:extLst>
      <p:ext uri="{BB962C8B-B14F-4D97-AF65-F5344CB8AC3E}">
        <p14:creationId xmlns:p14="http://schemas.microsoft.com/office/powerpoint/2010/main" val="651165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41026968-BEFE-44F1-97B6-7E577FCA360F}"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Tree>
    <p:extLst>
      <p:ext uri="{BB962C8B-B14F-4D97-AF65-F5344CB8AC3E}">
        <p14:creationId xmlns:p14="http://schemas.microsoft.com/office/powerpoint/2010/main" val="585742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6"/>
            <a:ext cx="5111750" cy="27767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6"/>
            <a:ext cx="3008313"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07D3A64E-D33D-44D4-B6C2-F6248345F7F2}"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3613348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58541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43"/>
            <a:ext cx="5486400" cy="3084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42913ACF-11A0-4838-B2F0-D74E91052A91}"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727997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01927" y="1524000"/>
            <a:ext cx="8372805" cy="1982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124045F6-0237-4FB2-9E43-F13F9F29C4D7}"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2297361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631275" y="-38100"/>
            <a:ext cx="252505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noChangeArrowheads="1"/>
          </p:cNvSpPr>
          <p:nvPr>
            <p:ph type="sldNum" sz="quarter" idx="10"/>
          </p:nvPr>
        </p:nvSpPr>
        <p:spPr>
          <a:xfrm>
            <a:off x="0" y="6694488"/>
            <a:ext cx="260350" cy="125412"/>
          </a:xfrm>
          <a:prstGeom prst="rect">
            <a:avLst/>
          </a:prstGeom>
        </p:spPr>
        <p:txBody>
          <a:bodyPr/>
          <a:lstStyle>
            <a:lvl1pPr>
              <a:defRPr/>
            </a:lvl1pPr>
          </a:lstStyle>
          <a:p>
            <a:pPr>
              <a:lnSpc>
                <a:spcPct val="90000"/>
              </a:lnSpc>
              <a:spcAft>
                <a:spcPct val="50000"/>
              </a:spcAft>
              <a:buFontTx/>
              <a:buChar char="•"/>
              <a:defRPr/>
            </a:pPr>
            <a:fld id="{2DEE1EEE-97C2-4C42-B32D-7B7D93AEEBD3}" type="slidenum">
              <a:rPr lang="en-US" sz="2200">
                <a:solidFill>
                  <a:srgbClr val="000000"/>
                </a:solidFill>
                <a:latin typeface="Arial" charset="0"/>
              </a:rPr>
              <a:pPr>
                <a:lnSpc>
                  <a:spcPct val="90000"/>
                </a:lnSpc>
                <a:spcAft>
                  <a:spcPct val="50000"/>
                </a:spcAft>
                <a:buFontTx/>
                <a:buChar char="•"/>
                <a:defRPr/>
              </a:pPr>
              <a:t>‹#›</a:t>
            </a:fld>
            <a:endParaRPr lang="en-US" sz="2200">
              <a:solidFill>
                <a:srgbClr val="000000"/>
              </a:solidFill>
              <a:latin typeface="Arial" charset="0"/>
            </a:endParaRPr>
          </a:p>
        </p:txBody>
      </p:sp>
    </p:spTree>
    <p:extLst>
      <p:ext uri="{BB962C8B-B14F-4D97-AF65-F5344CB8AC3E}">
        <p14:creationId xmlns:p14="http://schemas.microsoft.com/office/powerpoint/2010/main" val="4253064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815C9AE7-7D7A-439A-A584-208B138EA1A9}" type="slidenum">
              <a:rPr lang="en-US" sz="1400" smtClean="0">
                <a:solidFill>
                  <a:srgbClr val="000000"/>
                </a:solidFill>
                <a:latin typeface="Arial" charset="0"/>
                <a:ea typeface="ヒラギノ明朝 ProN W3" pitchFamily="60" charset="-128"/>
                <a:sym typeface="Times" pitchFamily="60" charset="0"/>
              </a:rPr>
              <a:pPr algn="r"/>
              <a:t>‹#›</a:t>
            </a:fld>
            <a:endParaRPr lang="en-US" sz="1400">
              <a:solidFill>
                <a:srgbClr val="000000"/>
              </a:solidFill>
              <a:latin typeface="Arial" charset="0"/>
              <a:ea typeface="ヒラギノ明朝 ProN W3" pitchFamily="60" charset="-128"/>
              <a:sym typeface="Times" pitchFamily="60" charset="0"/>
            </a:endParaRPr>
          </a:p>
        </p:txBody>
      </p:sp>
      <p:sp>
        <p:nvSpPr>
          <p:cNvPr id="2" name="Content Placeholder 1"/>
          <p:cNvSpPr>
            <a:spLocks noGrp="1"/>
          </p:cNvSpPr>
          <p:nvPr>
            <p:ph/>
          </p:nvPr>
        </p:nvSpPr>
        <p:spPr>
          <a:xfrm>
            <a:off x="365125" y="-38100"/>
            <a:ext cx="7924800" cy="2001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23253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9" name="Rectangle 3"/>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4100" name="Rectangle 4"/>
          <p:cNvSpPr>
            <a:spLocks noGrp="1" noChangeArrowheads="1"/>
          </p:cNvSpPr>
          <p:nvPr>
            <p:ph type="subTitle" idx="1"/>
          </p:nvPr>
        </p:nvSpPr>
        <p:spPr>
          <a:xfrm>
            <a:off x="1371600" y="3886200"/>
            <a:ext cx="6400800" cy="519113"/>
          </a:xfrm>
        </p:spPr>
        <p:txBody>
          <a:bodyPr/>
          <a:lstStyle>
            <a:lvl1pPr marL="0" indent="0" algn="ctr">
              <a:buFont typeface="Wingdings" pitchFamily="2" charset="2"/>
              <a:buNone/>
              <a:defRPr/>
            </a:lvl1pPr>
          </a:lstStyle>
          <a:p>
            <a:pPr lvl="0"/>
            <a:r>
              <a:rPr lang="en-US" noProof="0"/>
              <a:t>Click to edit Master subtitle style</a:t>
            </a:r>
          </a:p>
        </p:txBody>
      </p:sp>
      <p:sp>
        <p:nvSpPr>
          <p:cNvPr id="4" name="Rectangle 2"/>
          <p:cNvSpPr>
            <a:spLocks noGrp="1" noChangeArrowheads="1"/>
          </p:cNvSpPr>
          <p:nvPr>
            <p:ph type="sldNum" sz="quarter" idx="10"/>
          </p:nvPr>
        </p:nvSpPr>
        <p:spPr>
          <a:xfrm>
            <a:off x="7239000" y="6721475"/>
            <a:ext cx="1905000" cy="136525"/>
          </a:xfrm>
          <a:extLst>
            <a:ext uri="{91240B29-F687-4F45-9708-019B960494DF}">
              <a14:hiddenLine xmlns:a14="http://schemas.microsoft.com/office/drawing/2010/main" w="9525">
                <a:solidFill>
                  <a:schemeClr val="tx1"/>
                </a:solidFill>
                <a:miter lim="800000"/>
                <a:headEnd/>
                <a:tailEnd/>
              </a14:hiddenLine>
            </a:ext>
          </a:extLst>
        </p:spPr>
        <p:txBody>
          <a:bodyPr anchor="ctr"/>
          <a:lstStyle>
            <a:lvl1pPr>
              <a:lnSpc>
                <a:spcPct val="100000"/>
              </a:lnSpc>
              <a:spcBef>
                <a:spcPct val="0"/>
              </a:spcBef>
              <a:defRPr b="1"/>
            </a:lvl1pPr>
          </a:lstStyle>
          <a:p>
            <a:pPr>
              <a:defRPr/>
            </a:pPr>
            <a:fld id="{74034AEE-21EC-4108-831A-6EA98F8DFE1D}" type="slidenum">
              <a:rPr lang="en-US"/>
              <a:pPr>
                <a:defRPr/>
              </a:pPr>
              <a:t>‹#›</a:t>
            </a:fld>
            <a:endParaRPr lang="en-US"/>
          </a:p>
        </p:txBody>
      </p:sp>
    </p:spTree>
    <p:extLst>
      <p:ext uri="{BB962C8B-B14F-4D97-AF65-F5344CB8AC3E}">
        <p14:creationId xmlns:p14="http://schemas.microsoft.com/office/powerpoint/2010/main" val="1639708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sz="1200">
                <a:solidFill>
                  <a:schemeClr val="tx1"/>
                </a:solidFill>
                <a:latin typeface="Times New Roman" panose="02020603050405020304" pitchFamily="18" charset="0"/>
              </a:defRPr>
            </a:lvl1pPr>
            <a:lvl2pPr marL="742950" indent="-285750">
              <a:defRPr sz="1200">
                <a:solidFill>
                  <a:schemeClr val="tx1"/>
                </a:solidFill>
                <a:latin typeface="Times New Roman" panose="02020603050405020304" pitchFamily="18" charset="0"/>
              </a:defRPr>
            </a:lvl2pPr>
            <a:lvl3pPr marL="1143000" indent="-228600">
              <a:defRPr sz="1200">
                <a:solidFill>
                  <a:schemeClr val="tx1"/>
                </a:solidFill>
                <a:latin typeface="Times New Roman" panose="02020603050405020304" pitchFamily="18" charset="0"/>
              </a:defRPr>
            </a:lvl3pPr>
            <a:lvl4pPr marL="1600200" indent="-228600">
              <a:defRPr sz="1200">
                <a:solidFill>
                  <a:schemeClr val="tx1"/>
                </a:solidFill>
                <a:latin typeface="Times New Roman" panose="02020603050405020304" pitchFamily="18" charset="0"/>
              </a:defRPr>
            </a:lvl4pPr>
            <a:lvl5pPr marL="2057400" indent="-228600">
              <a:defRPr sz="12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a:solidFill>
                  <a:schemeClr val="tx1"/>
                </a:solidFill>
                <a:latin typeface="Times New Roman" panose="02020603050405020304" pitchFamily="18" charset="0"/>
              </a:defRPr>
            </a:lvl9pPr>
          </a:lstStyle>
          <a:p>
            <a:pPr algn="r">
              <a:defRPr/>
            </a:pPr>
            <a:fld id="{66D4143D-D413-4B65-BE5B-68ED75509604}" type="slidenum">
              <a:rPr lang="en-US" altLang="tr-TR" sz="1400" smtClean="0">
                <a:solidFill>
                  <a:srgbClr val="000000"/>
                </a:solidFill>
                <a:latin typeface="Arial" panose="020B0604020202020204" pitchFamily="34" charset="0"/>
                <a:ea typeface="ヒラギノ明朝 ProN W3"/>
                <a:cs typeface="ヒラギノ明朝 ProN W3"/>
                <a:sym typeface="Times" panose="02020603050405020304" pitchFamily="18" charset="0"/>
              </a:rPr>
              <a:pPr algn="r">
                <a:defRPr/>
              </a:pPr>
              <a:t>‹#›</a:t>
            </a:fld>
            <a:endParaRPr lang="en-US" altLang="tr-TR" sz="1400" dirty="0">
              <a:solidFill>
                <a:srgbClr val="000000"/>
              </a:solidFill>
              <a:latin typeface="Arial" panose="020B0604020202020204" pitchFamily="34" charset="0"/>
              <a:ea typeface="ヒラギノ明朝 ProN W3"/>
              <a:cs typeface="ヒラギノ明朝 ProN W3"/>
              <a:sym typeface="Times" panose="02020603050405020304" pitchFamily="18" charset="0"/>
            </a:endParaRPr>
          </a:p>
        </p:txBody>
      </p:sp>
      <p:sp>
        <p:nvSpPr>
          <p:cNvPr id="4" name="Slayt Numarası Yer Tutucusu 3">
            <a:extLst>
              <a:ext uri="{FF2B5EF4-FFF2-40B4-BE49-F238E27FC236}">
                <a16:creationId xmlns:a16="http://schemas.microsoft.com/office/drawing/2014/main" id="{00F5F935-ABB1-4E93-AEFD-0D4486CAD23A}"/>
              </a:ext>
            </a:extLst>
          </p:cNvPr>
          <p:cNvSpPr>
            <a:spLocks noGrp="1"/>
          </p:cNvSpPr>
          <p:nvPr>
            <p:ph type="sldNum" sz="quarter" idx="10"/>
          </p:nvPr>
        </p:nvSpPr>
        <p:spPr/>
        <p:txBody>
          <a:bodyPr/>
          <a:lstStyle/>
          <a:p>
            <a:pPr>
              <a:lnSpc>
                <a:spcPct val="90000"/>
              </a:lnSpc>
              <a:defRPr/>
            </a:pPr>
            <a:fld id="{8BDC377B-EC9C-4253-A88C-5B0E49C4E108}" type="slidenum">
              <a:rPr lang="en-US" smtClean="0">
                <a:latin typeface="Arial" pitchFamily="34" charset="0"/>
              </a:rPr>
              <a:pPr>
                <a:lnSpc>
                  <a:spcPct val="90000"/>
                </a:lnSpc>
                <a:defRPr/>
              </a:pPr>
              <a:t>‹#›</a:t>
            </a:fld>
            <a:endParaRPr lang="en-US">
              <a:latin typeface="Arial" pitchFamily="34" charset="0"/>
            </a:endParaRPr>
          </a:p>
        </p:txBody>
      </p:sp>
    </p:spTree>
    <p:extLst>
      <p:ext uri="{BB962C8B-B14F-4D97-AF65-F5344CB8AC3E}">
        <p14:creationId xmlns:p14="http://schemas.microsoft.com/office/powerpoint/2010/main" val="20844218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73051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869950" y="1524000"/>
            <a:ext cx="3624263"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6613" y="1524000"/>
            <a:ext cx="3624262" cy="1982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6329580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1185941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42709989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35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32075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993420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426923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08725" y="-38100"/>
            <a:ext cx="1981200" cy="3544888"/>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365125" y="-38100"/>
            <a:ext cx="5791200" cy="3544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6314811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8049963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33961167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Tree>
    <p:extLst>
      <p:ext uri="{BB962C8B-B14F-4D97-AF65-F5344CB8AC3E}">
        <p14:creationId xmlns:p14="http://schemas.microsoft.com/office/powerpoint/2010/main" val="38468748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093284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65125" y="-38100"/>
            <a:ext cx="7924800" cy="35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1072924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3.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4.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5" Type="http://schemas.openxmlformats.org/officeDocument/2006/relationships/theme" Target="../theme/theme6.xml"/><Relationship Id="rId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0" y="-38100"/>
            <a:ext cx="91440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869950" y="1524000"/>
            <a:ext cx="7400925"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2053"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EABF3948-6436-4873-87BF-0CE3FE2D4B8E}"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3305079488"/>
      </p:ext>
    </p:extLst>
  </p:cSld>
  <p:clrMap bg1="lt1" tx1="dk1" bg2="lt2" tx2="dk2" accent1="accent1" accent2="accent2" accent3="accent3" accent4="accent4" accent5="accent5" accent6="accent6" hlink="hlink" folHlink="folHlink"/>
  <p:sldLayoutIdLst>
    <p:sldLayoutId id="2147483902" r:id="rId1"/>
  </p:sldLayoutIdLst>
  <p:hf sldNum="0" hdr="0" ftr="0" dt="0"/>
  <p:txStyles>
    <p:titleStyle>
      <a:lvl1pPr algn="ctr" rtl="0" eaLnBrk="0" fontAlgn="base" hangingPunct="0">
        <a:lnSpc>
          <a:spcPct val="95000"/>
        </a:lnSpc>
        <a:spcBef>
          <a:spcPct val="0"/>
        </a:spcBef>
        <a:spcAft>
          <a:spcPct val="0"/>
        </a:spcAft>
        <a:defRPr sz="3200" b="1">
          <a:solidFill>
            <a:srgbClr val="336699"/>
          </a:solidFill>
          <a:latin typeface="+mj-lt"/>
          <a:ea typeface="+mj-ea"/>
          <a:cs typeface="+mj-cs"/>
        </a:defRPr>
      </a:lvl1pPr>
      <a:lvl2pPr algn="ctr" rtl="0" eaLnBrk="0" fontAlgn="base" hangingPunct="0">
        <a:lnSpc>
          <a:spcPct val="95000"/>
        </a:lnSpc>
        <a:spcBef>
          <a:spcPct val="0"/>
        </a:spcBef>
        <a:spcAft>
          <a:spcPct val="0"/>
        </a:spcAft>
        <a:defRPr sz="3200" b="1">
          <a:solidFill>
            <a:srgbClr val="336699"/>
          </a:solidFill>
          <a:latin typeface="Arial" pitchFamily="34" charset="0"/>
        </a:defRPr>
      </a:lvl2pPr>
      <a:lvl3pPr algn="ctr" rtl="0" eaLnBrk="0" fontAlgn="base" hangingPunct="0">
        <a:lnSpc>
          <a:spcPct val="95000"/>
        </a:lnSpc>
        <a:spcBef>
          <a:spcPct val="0"/>
        </a:spcBef>
        <a:spcAft>
          <a:spcPct val="0"/>
        </a:spcAft>
        <a:defRPr sz="3200" b="1">
          <a:solidFill>
            <a:srgbClr val="336699"/>
          </a:solidFill>
          <a:latin typeface="Arial" pitchFamily="34" charset="0"/>
        </a:defRPr>
      </a:lvl3pPr>
      <a:lvl4pPr algn="ctr" rtl="0" eaLnBrk="0" fontAlgn="base" hangingPunct="0">
        <a:lnSpc>
          <a:spcPct val="95000"/>
        </a:lnSpc>
        <a:spcBef>
          <a:spcPct val="0"/>
        </a:spcBef>
        <a:spcAft>
          <a:spcPct val="0"/>
        </a:spcAft>
        <a:defRPr sz="3200" b="1">
          <a:solidFill>
            <a:srgbClr val="336699"/>
          </a:solidFill>
          <a:latin typeface="Arial" pitchFamily="34" charset="0"/>
        </a:defRPr>
      </a:lvl4pPr>
      <a:lvl5pPr algn="ctr" rtl="0" eaLnBrk="0" fontAlgn="base" hangingPunct="0">
        <a:lnSpc>
          <a:spcPct val="95000"/>
        </a:lnSpc>
        <a:spcBef>
          <a:spcPct val="0"/>
        </a:spcBef>
        <a:spcAft>
          <a:spcPct val="0"/>
        </a:spcAft>
        <a:defRPr sz="3200" b="1">
          <a:solidFill>
            <a:srgbClr val="336699"/>
          </a:solidFill>
          <a:latin typeface="Arial" pitchFamily="34" charset="0"/>
        </a:defRPr>
      </a:lvl5pPr>
      <a:lvl6pPr marL="457200" algn="ctr" rtl="0" eaLnBrk="0" fontAlgn="base" hangingPunct="0">
        <a:lnSpc>
          <a:spcPct val="95000"/>
        </a:lnSpc>
        <a:spcBef>
          <a:spcPct val="0"/>
        </a:spcBef>
        <a:spcAft>
          <a:spcPct val="0"/>
        </a:spcAft>
        <a:defRPr sz="3200" b="1">
          <a:solidFill>
            <a:srgbClr val="336699"/>
          </a:solidFill>
          <a:latin typeface="Arial" pitchFamily="34" charset="0"/>
        </a:defRPr>
      </a:lvl6pPr>
      <a:lvl7pPr marL="914400" algn="ctr" rtl="0" eaLnBrk="0" fontAlgn="base" hangingPunct="0">
        <a:lnSpc>
          <a:spcPct val="95000"/>
        </a:lnSpc>
        <a:spcBef>
          <a:spcPct val="0"/>
        </a:spcBef>
        <a:spcAft>
          <a:spcPct val="0"/>
        </a:spcAft>
        <a:defRPr sz="3200" b="1">
          <a:solidFill>
            <a:srgbClr val="336699"/>
          </a:solidFill>
          <a:latin typeface="Arial" pitchFamily="34" charset="0"/>
        </a:defRPr>
      </a:lvl7pPr>
      <a:lvl8pPr marL="1371600" algn="ctr" rtl="0" eaLnBrk="0" fontAlgn="base" hangingPunct="0">
        <a:lnSpc>
          <a:spcPct val="95000"/>
        </a:lnSpc>
        <a:spcBef>
          <a:spcPct val="0"/>
        </a:spcBef>
        <a:spcAft>
          <a:spcPct val="0"/>
        </a:spcAft>
        <a:defRPr sz="3200" b="1">
          <a:solidFill>
            <a:srgbClr val="336699"/>
          </a:solidFill>
          <a:latin typeface="Arial" pitchFamily="34" charset="0"/>
        </a:defRPr>
      </a:lvl8pPr>
      <a:lvl9pPr marL="1828800" algn="ctr" rtl="0" eaLnBrk="0" fontAlgn="base" hangingPunct="0">
        <a:lnSpc>
          <a:spcPct val="95000"/>
        </a:lnSpc>
        <a:spcBef>
          <a:spcPct val="0"/>
        </a:spcBef>
        <a:spcAft>
          <a:spcPct val="0"/>
        </a:spcAft>
        <a:defRPr sz="32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sz="2000">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sz="2000">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65125" y="-38100"/>
            <a:ext cx="7924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869950" y="1524000"/>
            <a:ext cx="7400925" cy="198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Line 5"/>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a:lnSpc>
                <a:spcPct val="90000"/>
              </a:lnSpc>
              <a:spcAft>
                <a:spcPct val="50000"/>
              </a:spcAft>
              <a:buFontTx/>
              <a:buChar char="•"/>
            </a:pPr>
            <a:endParaRPr lang="en-US" sz="2200">
              <a:solidFill>
                <a:srgbClr val="000000"/>
              </a:solidFill>
              <a:latin typeface="Arial" pitchFamily="34" charset="0"/>
            </a:endParaRPr>
          </a:p>
        </p:txBody>
      </p:sp>
      <p:sp>
        <p:nvSpPr>
          <p:cNvPr id="3077" name="Rectangle 201"/>
          <p:cNvSpPr>
            <a:spLocks noChangeArrowheads="1"/>
          </p:cNvSpPr>
          <p:nvPr userDrawn="1"/>
        </p:nvSpPr>
        <p:spPr bwMode="auto">
          <a:xfrm>
            <a:off x="8574088" y="6515100"/>
            <a:ext cx="503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p>
            <a:pPr algn="r"/>
            <a:fld id="{1DA75B1C-1FC8-4677-A6B8-31AFE1B3CD3C}" type="slidenum">
              <a:rPr lang="en-US" sz="1400" smtClean="0">
                <a:solidFill>
                  <a:srgbClr val="000000"/>
                </a:solidFill>
                <a:latin typeface="Arial" pitchFamily="34" charset="0"/>
                <a:ea typeface="ヒラギノ明朝 ProN W3" pitchFamily="60" charset="-128"/>
                <a:sym typeface="Times" pitchFamily="60" charset="0"/>
              </a:rPr>
              <a:pPr algn="r"/>
              <a:t>‹#›</a:t>
            </a:fld>
            <a:endParaRPr lang="en-US" sz="1400" dirty="0">
              <a:solidFill>
                <a:srgbClr val="000000"/>
              </a:solidFill>
              <a:latin typeface="Arial" pitchFamily="34" charset="0"/>
              <a:ea typeface="ヒラギノ明朝 ProN W3" pitchFamily="60" charset="-128"/>
              <a:sym typeface="Times" pitchFamily="60" charset="0"/>
            </a:endParaRPr>
          </a:p>
        </p:txBody>
      </p:sp>
    </p:spTree>
    <p:extLst>
      <p:ext uri="{BB962C8B-B14F-4D97-AF65-F5344CB8AC3E}">
        <p14:creationId xmlns:p14="http://schemas.microsoft.com/office/powerpoint/2010/main" val="839824220"/>
      </p:ext>
    </p:extLst>
  </p:cSld>
  <p:clrMap bg1="lt1" tx1="dk1" bg2="lt2" tx2="dk2" accent1="accent1" accent2="accent2" accent3="accent3" accent4="accent4" accent5="accent5" accent6="accent6" hlink="hlink" folHlink="folHlink"/>
  <p:sldLayoutIdLst>
    <p:sldLayoutId id="2147483670" r:id="rId1"/>
    <p:sldLayoutId id="2147483671" r:id="rId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charset="0"/>
        </a:defRPr>
      </a:lvl2pPr>
      <a:lvl3pPr algn="ctr" rtl="0" eaLnBrk="0" fontAlgn="base" hangingPunct="0">
        <a:lnSpc>
          <a:spcPct val="95000"/>
        </a:lnSpc>
        <a:spcBef>
          <a:spcPct val="0"/>
        </a:spcBef>
        <a:spcAft>
          <a:spcPct val="0"/>
        </a:spcAft>
        <a:defRPr sz="3600" b="1">
          <a:solidFill>
            <a:srgbClr val="336699"/>
          </a:solidFill>
          <a:latin typeface="Arial" charset="0"/>
        </a:defRPr>
      </a:lvl3pPr>
      <a:lvl4pPr algn="ctr" rtl="0" eaLnBrk="0" fontAlgn="base" hangingPunct="0">
        <a:lnSpc>
          <a:spcPct val="95000"/>
        </a:lnSpc>
        <a:spcBef>
          <a:spcPct val="0"/>
        </a:spcBef>
        <a:spcAft>
          <a:spcPct val="0"/>
        </a:spcAft>
        <a:defRPr sz="3600" b="1">
          <a:solidFill>
            <a:srgbClr val="336699"/>
          </a:solidFill>
          <a:latin typeface="Arial" charset="0"/>
        </a:defRPr>
      </a:lvl4pPr>
      <a:lvl5pPr algn="ctr" rtl="0" eaLnBrk="0" fontAlgn="base" hangingPunct="0">
        <a:lnSpc>
          <a:spcPct val="95000"/>
        </a:lnSpc>
        <a:spcBef>
          <a:spcPct val="0"/>
        </a:spcBef>
        <a:spcAft>
          <a:spcPct val="0"/>
        </a:spcAft>
        <a:defRPr sz="3600" b="1">
          <a:solidFill>
            <a:srgbClr val="336699"/>
          </a:solidFill>
          <a:latin typeface="Arial" charset="0"/>
        </a:defRPr>
      </a:lvl5pPr>
      <a:lvl6pPr marL="457200" algn="ctr" rtl="0" eaLnBrk="0" fontAlgn="base" hangingPunct="0">
        <a:lnSpc>
          <a:spcPct val="95000"/>
        </a:lnSpc>
        <a:spcBef>
          <a:spcPct val="0"/>
        </a:spcBef>
        <a:spcAft>
          <a:spcPct val="0"/>
        </a:spcAft>
        <a:defRPr sz="3600" b="1">
          <a:solidFill>
            <a:srgbClr val="336699"/>
          </a:solidFill>
          <a:latin typeface="Arial" charset="0"/>
        </a:defRPr>
      </a:lvl6pPr>
      <a:lvl7pPr marL="914400" algn="ctr" rtl="0" eaLnBrk="0" fontAlgn="base" hangingPunct="0">
        <a:lnSpc>
          <a:spcPct val="95000"/>
        </a:lnSpc>
        <a:spcBef>
          <a:spcPct val="0"/>
        </a:spcBef>
        <a:spcAft>
          <a:spcPct val="0"/>
        </a:spcAft>
        <a:defRPr sz="3600" b="1">
          <a:solidFill>
            <a:srgbClr val="336699"/>
          </a:solidFill>
          <a:latin typeface="Arial" charset="0"/>
        </a:defRPr>
      </a:lvl7pPr>
      <a:lvl8pPr marL="1371600" algn="ctr" rtl="0" eaLnBrk="0" fontAlgn="base" hangingPunct="0">
        <a:lnSpc>
          <a:spcPct val="95000"/>
        </a:lnSpc>
        <a:spcBef>
          <a:spcPct val="0"/>
        </a:spcBef>
        <a:spcAft>
          <a:spcPct val="0"/>
        </a:spcAft>
        <a:defRPr sz="3600" b="1">
          <a:solidFill>
            <a:srgbClr val="336699"/>
          </a:solidFill>
          <a:latin typeface="Arial" charset="0"/>
        </a:defRPr>
      </a:lvl8pPr>
      <a:lvl9pPr marL="1828800" algn="ctr" rtl="0" eaLnBrk="0" fontAlgn="base" hangingPunct="0">
        <a:lnSpc>
          <a:spcPct val="95000"/>
        </a:lnSpc>
        <a:spcBef>
          <a:spcPct val="0"/>
        </a:spcBef>
        <a:spcAft>
          <a:spcPct val="0"/>
        </a:spcAft>
        <a:defRPr sz="3600" b="1">
          <a:solidFill>
            <a:srgbClr val="336699"/>
          </a:solidFill>
          <a:latin typeface="Arial"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1456846907"/>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9" r:id="rId10"/>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1028"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en-US" sz="2200">
              <a:solidFill>
                <a:srgbClr val="000000"/>
              </a:solidFill>
              <a:latin typeface="Arial" charset="0"/>
            </a:endParaRPr>
          </a:p>
        </p:txBody>
      </p:sp>
    </p:spTree>
    <p:extLst>
      <p:ext uri="{BB962C8B-B14F-4D97-AF65-F5344CB8AC3E}">
        <p14:creationId xmlns:p14="http://schemas.microsoft.com/office/powerpoint/2010/main" val="309526261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6" r:id="rId3"/>
    <p:sldLayoutId id="2147483807" r:id="rId4"/>
    <p:sldLayoutId id="2147483808" r:id="rId5"/>
    <p:sldLayoutId id="2147483809" r:id="rId6"/>
    <p:sldLayoutId id="2147483810" r:id="rId7"/>
    <p:sldLayoutId id="2147483811" r:id="rId8"/>
    <p:sldLayoutId id="2147483812" r:id="rId9"/>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spcBef>
                <a:spcPct val="30000"/>
              </a:spcBef>
              <a:spcAft>
                <a:spcPct val="0"/>
              </a:spcAft>
              <a:buFontTx/>
              <a:buNone/>
              <a:defRPr sz="900" b="0">
                <a:solidFill>
                  <a:srgbClr val="000000"/>
                </a:solidFill>
              </a:defRPr>
            </a:lvl1pPr>
          </a:lstStyle>
          <a:p>
            <a:pPr>
              <a:lnSpc>
                <a:spcPct val="90000"/>
              </a:lnSpc>
              <a:defRPr/>
            </a:pPr>
            <a:fld id="{8BDC377B-EC9C-4253-A88C-5B0E49C4E108}" type="slidenum">
              <a:rPr lang="en-US">
                <a:latin typeface="Arial" pitchFamily="34" charset="0"/>
              </a:rPr>
              <a:pPr>
                <a:lnSpc>
                  <a:spcPct val="90000"/>
                </a:lnSpc>
                <a:defRPr/>
              </a:pPr>
              <a:t>‹#›</a:t>
            </a:fld>
            <a:endParaRPr lang="en-US">
              <a:latin typeface="Arial" pitchFamily="34" charset="0"/>
            </a:endParaRPr>
          </a:p>
        </p:txBody>
      </p:sp>
      <p:sp>
        <p:nvSpPr>
          <p:cNvPr id="9221"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90000"/>
              </a:lnSpc>
              <a:spcAft>
                <a:spcPct val="50000"/>
              </a:spcAft>
              <a:buFontTx/>
              <a:buChar char="•"/>
            </a:pPr>
            <a:endParaRPr lang="tr-TR" sz="2200" b="1">
              <a:solidFill>
                <a:srgbClr val="000000"/>
              </a:solidFill>
              <a:latin typeface="Arial" pitchFamily="34" charset="0"/>
            </a:endParaRPr>
          </a:p>
        </p:txBody>
      </p:sp>
    </p:spTree>
    <p:extLst>
      <p:ext uri="{BB962C8B-B14F-4D97-AF65-F5344CB8AC3E}">
        <p14:creationId xmlns:p14="http://schemas.microsoft.com/office/powerpoint/2010/main" val="414346731"/>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65125" y="-38100"/>
            <a:ext cx="7924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tr-TR"/>
              <a:t>Click To Edit Master Title Style</a:t>
            </a:r>
          </a:p>
        </p:txBody>
      </p:sp>
      <p:sp>
        <p:nvSpPr>
          <p:cNvPr id="8195" name="Rectangle 3"/>
          <p:cNvSpPr>
            <a:spLocks noGrp="1" noChangeArrowheads="1"/>
          </p:cNvSpPr>
          <p:nvPr>
            <p:ph type="body" idx="1"/>
          </p:nvPr>
        </p:nvSpPr>
        <p:spPr bwMode="auto">
          <a:xfrm>
            <a:off x="869950" y="1524000"/>
            <a:ext cx="7400925" cy="198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 Fifth level</a:t>
            </a:r>
          </a:p>
        </p:txBody>
      </p:sp>
      <p:sp>
        <p:nvSpPr>
          <p:cNvPr id="3076" name="Rectangle 4"/>
          <p:cNvSpPr>
            <a:spLocks noGrp="1" noChangeArrowheads="1"/>
          </p:cNvSpPr>
          <p:nvPr>
            <p:ph type="sldNum" sz="quarter" idx="4"/>
          </p:nvPr>
        </p:nvSpPr>
        <p:spPr bwMode="auto">
          <a:xfrm>
            <a:off x="0" y="6694488"/>
            <a:ext cx="26035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r">
              <a:lnSpc>
                <a:spcPct val="90000"/>
              </a:lnSpc>
              <a:spcBef>
                <a:spcPct val="30000"/>
              </a:spcBef>
              <a:spcAft>
                <a:spcPct val="0"/>
              </a:spcAft>
              <a:buFontTx/>
              <a:buNone/>
              <a:defRPr sz="900" b="0">
                <a:solidFill>
                  <a:srgbClr val="000000"/>
                </a:solidFill>
                <a:latin typeface="Arial" pitchFamily="34" charset="0"/>
              </a:defRPr>
            </a:lvl1pPr>
          </a:lstStyle>
          <a:p>
            <a:pPr>
              <a:defRPr/>
            </a:pPr>
            <a:fld id="{08E6CDD4-4A55-4656-9F51-403AD196A10A}" type="slidenum">
              <a:rPr lang="en-US"/>
              <a:pPr>
                <a:defRPr/>
              </a:pPr>
              <a:t>‹#›</a:t>
            </a:fld>
            <a:endParaRPr lang="en-US"/>
          </a:p>
        </p:txBody>
      </p:sp>
      <p:sp>
        <p:nvSpPr>
          <p:cNvPr id="8197" name="Line 6"/>
          <p:cNvSpPr>
            <a:spLocks noChangeShapeType="1"/>
          </p:cNvSpPr>
          <p:nvPr/>
        </p:nvSpPr>
        <p:spPr bwMode="auto">
          <a:xfrm>
            <a:off x="0" y="819150"/>
            <a:ext cx="9144000" cy="0"/>
          </a:xfrm>
          <a:prstGeom prst="line">
            <a:avLst/>
          </a:prstGeom>
          <a:noFill/>
          <a:ln w="47625" cmpd="thickThin">
            <a:solidFill>
              <a:srgbClr val="33669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sz="1200">
              <a:solidFill>
                <a:srgbClr val="000000"/>
              </a:solidFill>
            </a:endParaRPr>
          </a:p>
        </p:txBody>
      </p:sp>
    </p:spTree>
    <p:extLst>
      <p:ext uri="{BB962C8B-B14F-4D97-AF65-F5344CB8AC3E}">
        <p14:creationId xmlns:p14="http://schemas.microsoft.com/office/powerpoint/2010/main" val="1267217728"/>
      </p:ext>
    </p:extLst>
  </p:cSld>
  <p:clrMap bg1="lt1" tx1="dk1" bg2="lt2" tx2="dk2" accent1="accent1" accent2="accent2" accent3="accent3" accent4="accent4" accent5="accent5" accent6="accent6" hlink="hlink" folHlink="folHlink"/>
  <p:sldLayoutIdLst>
    <p:sldLayoutId id="2147483828" r:id="rId1"/>
    <p:sldLayoutId id="2147483832" r:id="rId2"/>
    <p:sldLayoutId id="2147483835" r:id="rId3"/>
    <p:sldLayoutId id="2147483838" r:id="rId4"/>
  </p:sldLayoutIdLst>
  <p:hf sldNum="0" hdr="0" ftr="0" dt="0"/>
  <p:txStyles>
    <p:titleStyle>
      <a:lvl1pPr algn="ctr" rtl="0" eaLnBrk="0" fontAlgn="base" hangingPunct="0">
        <a:lnSpc>
          <a:spcPct val="95000"/>
        </a:lnSpc>
        <a:spcBef>
          <a:spcPct val="0"/>
        </a:spcBef>
        <a:spcAft>
          <a:spcPct val="0"/>
        </a:spcAft>
        <a:defRPr sz="3600" b="1">
          <a:solidFill>
            <a:srgbClr val="336699"/>
          </a:solidFill>
          <a:latin typeface="+mj-lt"/>
          <a:ea typeface="+mj-ea"/>
          <a:cs typeface="+mj-cs"/>
        </a:defRPr>
      </a:lvl1pPr>
      <a:lvl2pPr algn="ctr" rtl="0" eaLnBrk="0" fontAlgn="base" hangingPunct="0">
        <a:lnSpc>
          <a:spcPct val="95000"/>
        </a:lnSpc>
        <a:spcBef>
          <a:spcPct val="0"/>
        </a:spcBef>
        <a:spcAft>
          <a:spcPct val="0"/>
        </a:spcAft>
        <a:defRPr sz="3600" b="1">
          <a:solidFill>
            <a:srgbClr val="336699"/>
          </a:solidFill>
          <a:latin typeface="Arial" pitchFamily="34" charset="0"/>
        </a:defRPr>
      </a:lvl2pPr>
      <a:lvl3pPr algn="ctr" rtl="0" eaLnBrk="0" fontAlgn="base" hangingPunct="0">
        <a:lnSpc>
          <a:spcPct val="95000"/>
        </a:lnSpc>
        <a:spcBef>
          <a:spcPct val="0"/>
        </a:spcBef>
        <a:spcAft>
          <a:spcPct val="0"/>
        </a:spcAft>
        <a:defRPr sz="3600" b="1">
          <a:solidFill>
            <a:srgbClr val="336699"/>
          </a:solidFill>
          <a:latin typeface="Arial" pitchFamily="34" charset="0"/>
        </a:defRPr>
      </a:lvl3pPr>
      <a:lvl4pPr algn="ctr" rtl="0" eaLnBrk="0" fontAlgn="base" hangingPunct="0">
        <a:lnSpc>
          <a:spcPct val="95000"/>
        </a:lnSpc>
        <a:spcBef>
          <a:spcPct val="0"/>
        </a:spcBef>
        <a:spcAft>
          <a:spcPct val="0"/>
        </a:spcAft>
        <a:defRPr sz="3600" b="1">
          <a:solidFill>
            <a:srgbClr val="336699"/>
          </a:solidFill>
          <a:latin typeface="Arial" pitchFamily="34" charset="0"/>
        </a:defRPr>
      </a:lvl4pPr>
      <a:lvl5pPr algn="ctr" rtl="0" eaLnBrk="0" fontAlgn="base" hangingPunct="0">
        <a:lnSpc>
          <a:spcPct val="95000"/>
        </a:lnSpc>
        <a:spcBef>
          <a:spcPct val="0"/>
        </a:spcBef>
        <a:spcAft>
          <a:spcPct val="0"/>
        </a:spcAft>
        <a:defRPr sz="3600" b="1">
          <a:solidFill>
            <a:srgbClr val="336699"/>
          </a:solidFill>
          <a:latin typeface="Arial" pitchFamily="34" charset="0"/>
        </a:defRPr>
      </a:lvl5pPr>
      <a:lvl6pPr marL="457200" algn="ctr" rtl="0" eaLnBrk="0" fontAlgn="base" hangingPunct="0">
        <a:lnSpc>
          <a:spcPct val="95000"/>
        </a:lnSpc>
        <a:spcBef>
          <a:spcPct val="0"/>
        </a:spcBef>
        <a:spcAft>
          <a:spcPct val="0"/>
        </a:spcAft>
        <a:defRPr sz="3600" b="1">
          <a:solidFill>
            <a:srgbClr val="336699"/>
          </a:solidFill>
          <a:latin typeface="Arial" pitchFamily="34" charset="0"/>
        </a:defRPr>
      </a:lvl6pPr>
      <a:lvl7pPr marL="914400" algn="ctr" rtl="0" eaLnBrk="0" fontAlgn="base" hangingPunct="0">
        <a:lnSpc>
          <a:spcPct val="95000"/>
        </a:lnSpc>
        <a:spcBef>
          <a:spcPct val="0"/>
        </a:spcBef>
        <a:spcAft>
          <a:spcPct val="0"/>
        </a:spcAft>
        <a:defRPr sz="3600" b="1">
          <a:solidFill>
            <a:srgbClr val="336699"/>
          </a:solidFill>
          <a:latin typeface="Arial" pitchFamily="34" charset="0"/>
        </a:defRPr>
      </a:lvl7pPr>
      <a:lvl8pPr marL="1371600" algn="ctr" rtl="0" eaLnBrk="0" fontAlgn="base" hangingPunct="0">
        <a:lnSpc>
          <a:spcPct val="95000"/>
        </a:lnSpc>
        <a:spcBef>
          <a:spcPct val="0"/>
        </a:spcBef>
        <a:spcAft>
          <a:spcPct val="0"/>
        </a:spcAft>
        <a:defRPr sz="3600" b="1">
          <a:solidFill>
            <a:srgbClr val="336699"/>
          </a:solidFill>
          <a:latin typeface="Arial" pitchFamily="34" charset="0"/>
        </a:defRPr>
      </a:lvl8pPr>
      <a:lvl9pPr marL="1828800" algn="ctr" rtl="0" eaLnBrk="0" fontAlgn="base" hangingPunct="0">
        <a:lnSpc>
          <a:spcPct val="95000"/>
        </a:lnSpc>
        <a:spcBef>
          <a:spcPct val="0"/>
        </a:spcBef>
        <a:spcAft>
          <a:spcPct val="0"/>
        </a:spcAft>
        <a:defRPr sz="3600" b="1">
          <a:solidFill>
            <a:srgbClr val="336699"/>
          </a:solidFill>
          <a:latin typeface="Arial" pitchFamily="34" charset="0"/>
        </a:defRPr>
      </a:lvl9pPr>
    </p:titleStyle>
    <p:bodyStyle>
      <a:lvl1pPr marL="457200" indent="-457200" algn="l" rtl="0" eaLnBrk="0" fontAlgn="base" hangingPunct="0">
        <a:spcBef>
          <a:spcPct val="75000"/>
        </a:spcBef>
        <a:spcAft>
          <a:spcPct val="0"/>
        </a:spcAft>
        <a:buClr>
          <a:srgbClr val="006699"/>
        </a:buClr>
        <a:buSzPct val="85000"/>
        <a:buFont typeface="Wingdings" panose="05000000000000000000" pitchFamily="2" charset="2"/>
        <a:buChar char="u"/>
        <a:defRPr sz="2800" b="1">
          <a:solidFill>
            <a:srgbClr val="336699"/>
          </a:solidFill>
          <a:latin typeface="+mn-lt"/>
          <a:ea typeface="+mn-ea"/>
          <a:cs typeface="+mn-cs"/>
        </a:defRPr>
      </a:lvl1pPr>
      <a:lvl2pPr marL="863600" indent="-292100" algn="l" rtl="0" eaLnBrk="0" fontAlgn="base" hangingPunct="0">
        <a:spcBef>
          <a:spcPct val="20000"/>
        </a:spcBef>
        <a:spcAft>
          <a:spcPct val="0"/>
        </a:spcAft>
        <a:buClr>
          <a:srgbClr val="7FDFC4"/>
        </a:buClr>
        <a:buSzPct val="110000"/>
        <a:buChar char="–"/>
        <a:defRPr sz="2400">
          <a:solidFill>
            <a:srgbClr val="336699"/>
          </a:solidFill>
          <a:latin typeface="+mn-lt"/>
        </a:defRPr>
      </a:lvl2pPr>
      <a:lvl3pPr marL="1201738" indent="-223838" algn="l" rtl="0" eaLnBrk="0" fontAlgn="base" hangingPunct="0">
        <a:spcBef>
          <a:spcPct val="20000"/>
        </a:spcBef>
        <a:spcAft>
          <a:spcPct val="0"/>
        </a:spcAft>
        <a:buClr>
          <a:srgbClr val="99FFCC"/>
        </a:buClr>
        <a:buFont typeface="Wingdings" panose="05000000000000000000" pitchFamily="2" charset="2"/>
        <a:buChar char=""/>
        <a:defRPr sz="2000">
          <a:solidFill>
            <a:srgbClr val="336699"/>
          </a:solidFill>
          <a:latin typeface="+mn-lt"/>
        </a:defRPr>
      </a:lvl3pPr>
      <a:lvl4pPr marL="1541463" indent="-225425" algn="l" rtl="0" eaLnBrk="0" fontAlgn="base" hangingPunct="0">
        <a:spcBef>
          <a:spcPct val="20000"/>
        </a:spcBef>
        <a:spcAft>
          <a:spcPct val="0"/>
        </a:spcAft>
        <a:buClr>
          <a:schemeClr val="tx1"/>
        </a:buClr>
        <a:buSzPct val="90000"/>
        <a:buChar char="-"/>
        <a:defRPr>
          <a:solidFill>
            <a:srgbClr val="336699"/>
          </a:solidFill>
          <a:latin typeface="+mn-lt"/>
        </a:defRPr>
      </a:lvl4pPr>
      <a:lvl5pPr marL="1828800" indent="-173038" algn="l" rtl="0" eaLnBrk="0" fontAlgn="base" hangingPunct="0">
        <a:spcBef>
          <a:spcPct val="20000"/>
        </a:spcBef>
        <a:spcAft>
          <a:spcPct val="0"/>
        </a:spcAft>
        <a:buClr>
          <a:srgbClr val="0000FF"/>
        </a:buClr>
        <a:buSzPct val="75000"/>
        <a:buFont typeface="Wingdings" panose="05000000000000000000" pitchFamily="2" charset="2"/>
        <a:buChar char="w"/>
        <a:defRPr>
          <a:solidFill>
            <a:srgbClr val="336699"/>
          </a:solidFill>
          <a:latin typeface="+mn-lt"/>
        </a:defRPr>
      </a:lvl5pPr>
      <a:lvl6pPr marL="22860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6pPr>
      <a:lvl7pPr marL="27432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7pPr>
      <a:lvl8pPr marL="32004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8pPr>
      <a:lvl9pPr marL="3657600" indent="-173038" algn="l" rtl="0" eaLnBrk="0" fontAlgn="base" hangingPunct="0">
        <a:spcBef>
          <a:spcPct val="20000"/>
        </a:spcBef>
        <a:spcAft>
          <a:spcPct val="0"/>
        </a:spcAft>
        <a:buClr>
          <a:srgbClr val="0000FF"/>
        </a:buClr>
        <a:buSzPct val="75000"/>
        <a:buFont typeface="Wingdings" pitchFamily="2" charset="2"/>
        <a:buChar char="w"/>
        <a:defRPr>
          <a:solidFill>
            <a:srgbClr val="336699"/>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37893" name="Rectangle 3"/>
          <p:cNvSpPr>
            <a:spLocks noChangeArrowheads="1"/>
          </p:cNvSpPr>
          <p:nvPr/>
        </p:nvSpPr>
        <p:spPr bwMode="auto">
          <a:xfrm>
            <a:off x="0" y="698500"/>
            <a:ext cx="9144000" cy="2405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spcAft>
                <a:spcPct val="0"/>
              </a:spcAft>
              <a:buClr>
                <a:schemeClr val="accent2"/>
              </a:buClr>
              <a:buSzPct val="85000"/>
              <a:buFont typeface="Wingdings" pitchFamily="2" charset="2"/>
              <a:buChar char="q"/>
              <a:defRPr sz="2800">
                <a:solidFill>
                  <a:schemeClr val="tx1"/>
                </a:solidFill>
                <a:latin typeface="Comic Sans MS" pitchFamily="66" charset="0"/>
              </a:defRPr>
            </a:lvl1pPr>
            <a:lvl2pPr marL="742950" indent="-285750">
              <a:spcBef>
                <a:spcPct val="20000"/>
              </a:spcBef>
              <a:spcAft>
                <a:spcPct val="0"/>
              </a:spcAft>
              <a:buClr>
                <a:schemeClr val="accent2"/>
              </a:buClr>
              <a:buSzPct val="75000"/>
              <a:buFont typeface="Wingdings" pitchFamily="2" charset="2"/>
              <a:buChar char="§"/>
              <a:defRPr sz="2400">
                <a:solidFill>
                  <a:schemeClr val="tx1"/>
                </a:solidFill>
                <a:latin typeface="Comic Sans MS" pitchFamily="66" charset="0"/>
              </a:defRPr>
            </a:lvl2pPr>
            <a:lvl3pPr marL="1143000" indent="-228600">
              <a:spcBef>
                <a:spcPct val="20000"/>
              </a:spcBef>
              <a:spcAft>
                <a:spcPct val="0"/>
              </a:spcAft>
              <a:defRPr sz="2000">
                <a:solidFill>
                  <a:schemeClr val="tx1"/>
                </a:solidFill>
                <a:latin typeface="Comic Sans MS" pitchFamily="66" charset="0"/>
              </a:defRPr>
            </a:lvl3pPr>
            <a:lvl4pPr marL="1600200" indent="-228600">
              <a:spcBef>
                <a:spcPct val="20000"/>
              </a:spcBef>
              <a:spcAft>
                <a:spcPct val="0"/>
              </a:spcAft>
              <a:buChar char="–"/>
              <a:defRPr sz="2000">
                <a:solidFill>
                  <a:schemeClr val="tx1"/>
                </a:solidFill>
                <a:latin typeface="Times New Roman" pitchFamily="18" charset="0"/>
              </a:defRPr>
            </a:lvl4pPr>
            <a:lvl5pPr marL="2057400" indent="-228600">
              <a:spcBef>
                <a:spcPct val="20000"/>
              </a:spcBef>
              <a:spcAft>
                <a:spcPct val="0"/>
              </a:spcAft>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lvl="0" algn="ctr">
              <a:lnSpc>
                <a:spcPct val="95000"/>
              </a:lnSpc>
              <a:spcBef>
                <a:spcPct val="0"/>
              </a:spcBef>
              <a:buClrTx/>
              <a:buSzTx/>
              <a:buNone/>
              <a:defRPr/>
            </a:pPr>
            <a:endParaRPr lang="tr-TR" sz="32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lang="tr-TR" sz="3600" b="1">
                <a:solidFill>
                  <a:srgbClr val="0070C0"/>
                </a:solidFill>
                <a:latin typeface="Arial" panose="020B0604020202020204" pitchFamily="34" charset="0"/>
                <a:cs typeface="Arial" panose="020B0604020202020204" pitchFamily="34" charset="0"/>
              </a:rPr>
              <a:t>Web Programlama</a:t>
            </a:r>
            <a:endParaRPr lang="tr-TR" sz="20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endParaRPr lang="en-US" sz="2000" b="1" dirty="0">
              <a:solidFill>
                <a:srgbClr val="0070C0"/>
              </a:solidFill>
              <a:latin typeface="Arial" panose="020B0604020202020204" pitchFamily="34" charset="0"/>
              <a:cs typeface="Arial" panose="020B0604020202020204" pitchFamily="34" charset="0"/>
            </a:endParaRPr>
          </a:p>
          <a:p>
            <a:pPr lvl="0" algn="ctr">
              <a:lnSpc>
                <a:spcPct val="95000"/>
              </a:lnSpc>
              <a:spcBef>
                <a:spcPct val="0"/>
              </a:spcBef>
              <a:buClrTx/>
              <a:buSzTx/>
              <a:buNone/>
              <a:defRPr/>
            </a:pPr>
            <a:r>
              <a:rPr kumimoji="0" lang="tr-TR" altLang="tr-TR" sz="32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rPr>
              <a:t>Dosya İşleme</a:t>
            </a:r>
            <a:endParaRPr kumimoji="0" lang="en-US" altLang="tr-TR" sz="2600" b="1" i="0" u="none" strike="noStrike" kern="1200" cap="none" spc="0" normalizeH="0" baseline="0" noProof="0" dirty="0">
              <a:ln>
                <a:noFill/>
              </a:ln>
              <a:solidFill>
                <a:srgbClr val="0070C0"/>
              </a:solidFill>
              <a:effectLst/>
              <a:uLnTx/>
              <a:uFillTx/>
              <a:latin typeface="Arial" panose="020B060402020202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1136066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Dosyaları Dahil Etme</a:t>
            </a:r>
            <a:endParaRPr lang="en-US" sz="3200" dirty="0"/>
          </a:p>
        </p:txBody>
      </p:sp>
      <p:sp>
        <p:nvSpPr>
          <p:cNvPr id="154627" name="Rectangle 3"/>
          <p:cNvSpPr>
            <a:spLocks noChangeArrowheads="1"/>
          </p:cNvSpPr>
          <p:nvPr/>
        </p:nvSpPr>
        <p:spPr bwMode="auto">
          <a:xfrm>
            <a:off x="0" y="876300"/>
            <a:ext cx="9144000" cy="5701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include (veya </a:t>
            </a:r>
            <a:r>
              <a:rPr lang="tr-TR" dirty="0" err="1">
                <a:solidFill>
                  <a:srgbClr val="000000"/>
                </a:solidFill>
                <a:latin typeface="Arial" pitchFamily="34" charset="0"/>
              </a:rPr>
              <a:t>require</a:t>
            </a:r>
            <a:r>
              <a:rPr lang="tr-TR" dirty="0">
                <a:solidFill>
                  <a:srgbClr val="000000"/>
                </a:solidFill>
                <a:latin typeface="Arial" pitchFamily="34" charset="0"/>
              </a:rPr>
              <a:t>) komutu, belirtilen dosyada bulunan tüm metinleri/kodları/işaretlemeleri alır ve bunları include komutunu kullanan dosyaya kopyalar.</a:t>
            </a:r>
          </a:p>
          <a:p>
            <a:pPr marL="514350" lvl="1" indent="-342900">
              <a:spcBef>
                <a:spcPct val="20000"/>
              </a:spcBef>
              <a:buClr>
                <a:srgbClr val="0066CC"/>
              </a:buClr>
              <a:buSzPct val="75000"/>
              <a:buFont typeface="Wingdings" panose="05000000000000000000" pitchFamily="2" charset="2"/>
              <a:buChar char="q"/>
            </a:pPr>
            <a:endParaRPr lang="tr-TR" dirty="0">
              <a:solidFill>
                <a:srgbClr val="000000"/>
              </a:solidFill>
              <a:latin typeface="Arial" pitchFamily="34" charset="0"/>
            </a:endParaRP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Dosya dahil etmek, aynı PHP, HTML veya metni bir web sitesindeki birden fazla sayfada kullanmak istediğinizde çok yararlıdır.</a:t>
            </a:r>
          </a:p>
        </p:txBody>
      </p:sp>
    </p:spTree>
    <p:extLst>
      <p:ext uri="{BB962C8B-B14F-4D97-AF65-F5344CB8AC3E}">
        <p14:creationId xmlns:p14="http://schemas.microsoft.com/office/powerpoint/2010/main" val="912538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include </a:t>
            </a:r>
            <a:r>
              <a:rPr lang="en-US" sz="3200" dirty="0" err="1"/>
              <a:t>ve</a:t>
            </a:r>
            <a:r>
              <a:rPr lang="en-US" sz="3200" dirty="0"/>
              <a:t> require </a:t>
            </a:r>
            <a:r>
              <a:rPr lang="en-US" sz="3200" dirty="0" err="1"/>
              <a:t>Komutları</a:t>
            </a:r>
            <a:endParaRPr lang="en-US" sz="3200" dirty="0"/>
          </a:p>
        </p:txBody>
      </p:sp>
      <p:sp>
        <p:nvSpPr>
          <p:cNvPr id="154627" name="Rectangle 3"/>
          <p:cNvSpPr>
            <a:spLocks noChangeArrowheads="1"/>
          </p:cNvSpPr>
          <p:nvPr/>
        </p:nvSpPr>
        <p:spPr bwMode="auto">
          <a:xfrm>
            <a:off x="0" y="876300"/>
            <a:ext cx="9144000" cy="5701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PHP dosyasının içeriğini başka bir PHP dosyasına (sunucu bunu çalıştırmadan önce) dahil etmek, include veya </a:t>
            </a:r>
            <a:r>
              <a:rPr lang="tr-TR" dirty="0" err="1">
                <a:solidFill>
                  <a:srgbClr val="000000"/>
                </a:solidFill>
                <a:latin typeface="Arial" pitchFamily="34" charset="0"/>
              </a:rPr>
              <a:t>require</a:t>
            </a:r>
            <a:r>
              <a:rPr lang="tr-TR" dirty="0">
                <a:solidFill>
                  <a:srgbClr val="000000"/>
                </a:solidFill>
                <a:latin typeface="Arial" pitchFamily="34" charset="0"/>
              </a:rPr>
              <a:t> komutları ile mümkündür.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include ve </a:t>
            </a:r>
            <a:r>
              <a:rPr lang="tr-TR" dirty="0" err="1">
                <a:solidFill>
                  <a:srgbClr val="000000"/>
                </a:solidFill>
                <a:latin typeface="Arial" pitchFamily="34" charset="0"/>
              </a:rPr>
              <a:t>require</a:t>
            </a:r>
            <a:r>
              <a:rPr lang="tr-TR" dirty="0">
                <a:solidFill>
                  <a:srgbClr val="000000"/>
                </a:solidFill>
                <a:latin typeface="Arial" pitchFamily="34" charset="0"/>
              </a:rPr>
              <a:t> komutları aynıdır, sadece başarısızlık durumunda farklılık gösterirler:</a:t>
            </a:r>
          </a:p>
          <a:p>
            <a:pPr marL="971550" lvl="2" indent="-342900">
              <a:spcBef>
                <a:spcPct val="20000"/>
              </a:spcBef>
              <a:buClr>
                <a:srgbClr val="0066CC"/>
              </a:buClr>
              <a:buSzPct val="75000"/>
              <a:buFont typeface="Courier New" panose="02070309020205020404" pitchFamily="49" charset="0"/>
              <a:buChar char="o"/>
            </a:pPr>
            <a:r>
              <a:rPr lang="tr-TR" dirty="0" err="1">
                <a:solidFill>
                  <a:srgbClr val="000000"/>
                </a:solidFill>
                <a:latin typeface="Arial" pitchFamily="34" charset="0"/>
              </a:rPr>
              <a:t>require</a:t>
            </a:r>
            <a:r>
              <a:rPr lang="tr-TR" dirty="0">
                <a:solidFill>
                  <a:srgbClr val="000000"/>
                </a:solidFill>
                <a:latin typeface="Arial" pitchFamily="34" charset="0"/>
              </a:rPr>
              <a:t> bir ölümcül hata (E_COMPILE_ERROR) üretir ve </a:t>
            </a:r>
            <a:r>
              <a:rPr lang="tr-TR" dirty="0" err="1">
                <a:solidFill>
                  <a:srgbClr val="000000"/>
                </a:solidFill>
                <a:latin typeface="Arial" pitchFamily="34" charset="0"/>
              </a:rPr>
              <a:t>scripti</a:t>
            </a:r>
            <a:r>
              <a:rPr lang="tr-TR" dirty="0">
                <a:solidFill>
                  <a:srgbClr val="000000"/>
                </a:solidFill>
                <a:latin typeface="Arial" pitchFamily="34" charset="0"/>
              </a:rPr>
              <a:t> durdurur.</a:t>
            </a:r>
          </a:p>
          <a:p>
            <a:pPr marL="971550" lvl="2" indent="-342900">
              <a:spcBef>
                <a:spcPct val="20000"/>
              </a:spcBef>
              <a:buClr>
                <a:srgbClr val="0066CC"/>
              </a:buClr>
              <a:buSzPct val="75000"/>
              <a:buFont typeface="Courier New" panose="02070309020205020404" pitchFamily="49" charset="0"/>
              <a:buChar char="o"/>
            </a:pPr>
            <a:r>
              <a:rPr lang="tr-TR" dirty="0">
                <a:solidFill>
                  <a:srgbClr val="000000"/>
                </a:solidFill>
                <a:latin typeface="Arial" pitchFamily="34" charset="0"/>
              </a:rPr>
              <a:t>include yalnızca bir uyarı (E_WARNING) üretir ve </a:t>
            </a:r>
            <a:r>
              <a:rPr lang="tr-TR" dirty="0" err="1">
                <a:solidFill>
                  <a:srgbClr val="000000"/>
                </a:solidFill>
                <a:latin typeface="Arial" pitchFamily="34" charset="0"/>
              </a:rPr>
              <a:t>script</a:t>
            </a:r>
            <a:r>
              <a:rPr lang="tr-TR" dirty="0">
                <a:solidFill>
                  <a:srgbClr val="000000"/>
                </a:solidFill>
                <a:latin typeface="Arial" pitchFamily="34" charset="0"/>
              </a:rPr>
              <a:t> çalışmaya devam eder.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Dosya dahil etme, çok fazla işten tasarruf sağlar. Bu, tüm web sayfalarınız için standart bir başlık, altbilgi veya menü dosyası oluşturabileceğiniz anlamına gelir. Ardından, başlık güncellenmesi gerektiğinde, yalnızca başlık dahil etme dosyasını güncellemeniz yeterli olur.</a:t>
            </a:r>
          </a:p>
        </p:txBody>
      </p:sp>
    </p:spTree>
    <p:extLst>
      <p:ext uri="{BB962C8B-B14F-4D97-AF65-F5344CB8AC3E}">
        <p14:creationId xmlns:p14="http://schemas.microsoft.com/office/powerpoint/2010/main" val="3224710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include </a:t>
            </a:r>
            <a:r>
              <a:rPr lang="en-US" sz="3200" dirty="0" err="1"/>
              <a:t>ve</a:t>
            </a:r>
            <a:r>
              <a:rPr lang="en-US" sz="3200" dirty="0"/>
              <a:t> require </a:t>
            </a:r>
            <a:r>
              <a:rPr lang="en-US" sz="3200" dirty="0" err="1"/>
              <a:t>Komutları</a:t>
            </a:r>
            <a:endParaRPr lang="en-US" sz="3200" dirty="0"/>
          </a:p>
        </p:txBody>
      </p:sp>
      <p:sp>
        <p:nvSpPr>
          <p:cNvPr id="154627" name="Rectangle 3"/>
          <p:cNvSpPr>
            <a:spLocks noChangeArrowheads="1"/>
          </p:cNvSpPr>
          <p:nvPr/>
        </p:nvSpPr>
        <p:spPr bwMode="auto">
          <a:xfrm>
            <a:off x="0" y="876301"/>
            <a:ext cx="9144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Diyelim ki '</a:t>
            </a:r>
            <a:r>
              <a:rPr lang="tr-TR" dirty="0" err="1">
                <a:solidFill>
                  <a:srgbClr val="000000"/>
                </a:solidFill>
                <a:latin typeface="Arial" pitchFamily="34" charset="0"/>
              </a:rPr>
              <a:t>footer.php</a:t>
            </a:r>
            <a:r>
              <a:rPr lang="tr-TR" dirty="0">
                <a:solidFill>
                  <a:srgbClr val="000000"/>
                </a:solidFill>
                <a:latin typeface="Arial" pitchFamily="34" charset="0"/>
              </a:rPr>
              <a:t>' adında standart bir altbilgi dosyamız var ve şu şekilde görünüyor: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2016762"/>
            <a:ext cx="8305101" cy="1569660"/>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echo "&lt;p&gt;Copyright &amp;copy; 1999-" . date("Y") . " W3Schools.com&lt;/p&gt;";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1976071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include </a:t>
            </a:r>
            <a:r>
              <a:rPr lang="en-US" sz="3200" dirty="0" err="1"/>
              <a:t>ve</a:t>
            </a:r>
            <a:r>
              <a:rPr lang="en-US" sz="3200" dirty="0"/>
              <a:t> require </a:t>
            </a:r>
            <a:r>
              <a:rPr lang="en-US" sz="3200" dirty="0" err="1"/>
              <a:t>Komutları</a:t>
            </a:r>
            <a:endParaRPr lang="en-US" sz="3200" dirty="0"/>
          </a:p>
        </p:txBody>
      </p:sp>
      <p:sp>
        <p:nvSpPr>
          <p:cNvPr id="154627" name="Rectangle 3"/>
          <p:cNvSpPr>
            <a:spLocks noChangeArrowheads="1"/>
          </p:cNvSpPr>
          <p:nvPr/>
        </p:nvSpPr>
        <p:spPr bwMode="auto">
          <a:xfrm>
            <a:off x="0" y="876301"/>
            <a:ext cx="9144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sayfada altbilgi dosyasını dahil etmek için include komutunu kullanın:</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2016762"/>
            <a:ext cx="8305101" cy="3785652"/>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&lt;html&gt;</a:t>
            </a:r>
          </a:p>
          <a:p>
            <a:r>
              <a:rPr lang="en-US" b="0" i="0" u="none" strike="noStrike" baseline="0" dirty="0">
                <a:solidFill>
                  <a:schemeClr val="accent4"/>
                </a:solidFill>
                <a:latin typeface="Courier New" panose="02070309020205020404" pitchFamily="49" charset="0"/>
              </a:rPr>
              <a:t>&lt;body&gt;</a:t>
            </a:r>
          </a:p>
          <a:p>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&lt;h1&gt;Welcome to my home page!&lt;/h1&gt;</a:t>
            </a:r>
          </a:p>
          <a:p>
            <a:r>
              <a:rPr lang="en-US" b="0" i="0" u="none" strike="noStrike" baseline="0" dirty="0">
                <a:solidFill>
                  <a:schemeClr val="accent4"/>
                </a:solidFill>
                <a:latin typeface="Courier New" panose="02070309020205020404" pitchFamily="49" charset="0"/>
              </a:rPr>
              <a:t>&lt;p&gt;Some text.&lt;/p&gt;</a:t>
            </a:r>
          </a:p>
          <a:p>
            <a:r>
              <a:rPr lang="en-US" b="0" i="0" u="none" strike="noStrike" baseline="0" dirty="0">
                <a:solidFill>
                  <a:schemeClr val="accent4"/>
                </a:solidFill>
                <a:latin typeface="Courier New" panose="02070309020205020404" pitchFamily="49" charset="0"/>
              </a:rPr>
              <a:t>&lt;p&gt;Some more text.&lt;/p&gt;</a:t>
            </a:r>
          </a:p>
          <a:p>
            <a:r>
              <a:rPr lang="en-US" b="0" i="0" u="none" strike="noStrike" baseline="0" dirty="0">
                <a:solidFill>
                  <a:schemeClr val="accent4"/>
                </a:solidFill>
                <a:latin typeface="Courier New" panose="02070309020205020404" pitchFamily="49" charset="0"/>
              </a:rPr>
              <a:t>&lt;?php include '</a:t>
            </a:r>
            <a:r>
              <a:rPr lang="en-US" b="0" i="0" u="none" strike="noStrike" baseline="0" dirty="0" err="1">
                <a:solidFill>
                  <a:schemeClr val="accent4"/>
                </a:solidFill>
                <a:latin typeface="Courier New" panose="02070309020205020404" pitchFamily="49" charset="0"/>
              </a:rPr>
              <a:t>footer.php</a:t>
            </a:r>
            <a:r>
              <a:rPr lang="en-US" b="0" i="0" u="none" strike="noStrike" baseline="0" dirty="0">
                <a:solidFill>
                  <a:schemeClr val="accent4"/>
                </a:solidFill>
                <a:latin typeface="Courier New" panose="02070309020205020404" pitchFamily="49" charset="0"/>
              </a:rPr>
              <a:t>';?&gt;</a:t>
            </a:r>
          </a:p>
          <a:p>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&lt;/body&gt;</a:t>
            </a:r>
          </a:p>
          <a:p>
            <a:r>
              <a:rPr lang="en-US" b="0" i="0" u="none" strike="noStrike" baseline="0" dirty="0">
                <a:solidFill>
                  <a:schemeClr val="accent4"/>
                </a:solidFill>
                <a:latin typeface="Courier New" panose="02070309020205020404" pitchFamily="49" charset="0"/>
              </a:rPr>
              <a:t>&lt;/html</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163391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err="1"/>
              <a:t>fopen</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1"/>
            <a:ext cx="9144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Dersler sırasında "webdictionary.txt" metin dosyasını kullanacağız.</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2822105"/>
            <a:ext cx="8305101" cy="2677656"/>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AJAX = Asynchronous JavaScript and XML</a:t>
            </a:r>
          </a:p>
          <a:p>
            <a:r>
              <a:rPr lang="en-US" b="0" i="0" u="none" strike="noStrike" baseline="0" dirty="0">
                <a:solidFill>
                  <a:schemeClr val="accent4"/>
                </a:solidFill>
                <a:latin typeface="Courier New" panose="02070309020205020404" pitchFamily="49" charset="0"/>
              </a:rPr>
              <a:t>CSS = Cascading Style Sheets</a:t>
            </a:r>
          </a:p>
          <a:p>
            <a:r>
              <a:rPr lang="en-US" b="0" i="0" u="none" strike="noStrike" baseline="0" dirty="0">
                <a:solidFill>
                  <a:schemeClr val="accent4"/>
                </a:solidFill>
                <a:latin typeface="Courier New" panose="02070309020205020404" pitchFamily="49" charset="0"/>
              </a:rPr>
              <a:t>HTML = Hyper Text Markup Language</a:t>
            </a:r>
          </a:p>
          <a:p>
            <a:r>
              <a:rPr lang="en-US" b="0" i="0" u="none" strike="noStrike" baseline="0" dirty="0">
                <a:solidFill>
                  <a:schemeClr val="accent4"/>
                </a:solidFill>
                <a:latin typeface="Courier New" panose="02070309020205020404" pitchFamily="49" charset="0"/>
              </a:rPr>
              <a:t>PHP = PHP Hypertext Preprocessor</a:t>
            </a:r>
          </a:p>
          <a:p>
            <a:r>
              <a:rPr lang="en-US" b="0" i="0" u="none" strike="noStrike" baseline="0" dirty="0">
                <a:solidFill>
                  <a:schemeClr val="accent4"/>
                </a:solidFill>
                <a:latin typeface="Courier New" panose="02070309020205020404" pitchFamily="49" charset="0"/>
              </a:rPr>
              <a:t>SQL = Structured Query Language</a:t>
            </a:r>
          </a:p>
          <a:p>
            <a:r>
              <a:rPr lang="en-US" b="0" i="0" u="none" strike="noStrike" baseline="0" dirty="0">
                <a:solidFill>
                  <a:schemeClr val="accent4"/>
                </a:solidFill>
                <a:latin typeface="Courier New" panose="02070309020205020404" pitchFamily="49" charset="0"/>
              </a:rPr>
              <a:t>SVG = Scalable Vector Graphics</a:t>
            </a:r>
          </a:p>
          <a:p>
            <a:r>
              <a:rPr lang="en-US" b="0" i="0" u="none" strike="noStrike" baseline="0" dirty="0">
                <a:solidFill>
                  <a:schemeClr val="accent4"/>
                </a:solidFill>
                <a:latin typeface="Courier New" panose="02070309020205020404" pitchFamily="49" charset="0"/>
              </a:rPr>
              <a:t>XML = </a:t>
            </a:r>
            <a:r>
              <a:rPr lang="en-US" b="0" i="0" u="none" strike="noStrike" baseline="0" dirty="0" err="1">
                <a:solidFill>
                  <a:schemeClr val="accent4"/>
                </a:solidFill>
                <a:latin typeface="Courier New" panose="02070309020205020404" pitchFamily="49" charset="0"/>
              </a:rPr>
              <a:t>EXtensible</a:t>
            </a:r>
            <a:r>
              <a:rPr lang="en-US" b="0" i="0" u="none" strike="noStrike" baseline="0" dirty="0">
                <a:solidFill>
                  <a:schemeClr val="accent4"/>
                </a:solidFill>
                <a:latin typeface="Courier New" panose="02070309020205020404" pitchFamily="49" charset="0"/>
              </a:rPr>
              <a:t> Markup Language</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608814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err="1"/>
              <a:t>fopen</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1"/>
            <a:ext cx="9144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fopen() fonksiyonunun birinci parametresi açılacak dosyanın adını içerir, ikinci parametre ise dosyanın hangi </a:t>
            </a:r>
            <a:r>
              <a:rPr lang="tr-TR" dirty="0" err="1">
                <a:solidFill>
                  <a:srgbClr val="000000"/>
                </a:solidFill>
                <a:latin typeface="Arial" pitchFamily="34" charset="0"/>
              </a:rPr>
              <a:t>modda</a:t>
            </a:r>
            <a:r>
              <a:rPr lang="tr-TR" dirty="0">
                <a:solidFill>
                  <a:srgbClr val="000000"/>
                </a:solidFill>
                <a:latin typeface="Arial" pitchFamily="34" charset="0"/>
              </a:rPr>
              <a:t> açılacağını belirtir. Aşağıdaki örnek, fopen() fonksiyonu belirtilen dosyayı açamadığı takdirde bir mesaj da üretir: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2822105"/>
            <a:ext cx="8305101" cy="3046988"/>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("webdictionary.txt", "r") or die("Unable to open file!");</a:t>
            </a:r>
          </a:p>
          <a:p>
            <a:r>
              <a:rPr lang="en-US" b="0" i="0" u="none" strike="noStrike" baseline="0" dirty="0">
                <a:solidFill>
                  <a:schemeClr val="accent4"/>
                </a:solidFill>
                <a:latin typeface="Courier New" panose="02070309020205020404" pitchFamily="49" charset="0"/>
              </a:rPr>
              <a:t>echo fread($</a:t>
            </a:r>
            <a:r>
              <a:rPr lang="en-US" b="0" i="0" u="none" strike="noStrike" baseline="0" dirty="0" err="1">
                <a:solidFill>
                  <a:schemeClr val="accent4"/>
                </a:solidFill>
                <a:latin typeface="Courier New" panose="02070309020205020404" pitchFamily="49" charset="0"/>
              </a:rPr>
              <a:t>myfile,filesize</a:t>
            </a:r>
            <a:r>
              <a:rPr lang="en-US" b="0" i="0" u="none" strike="noStrike" baseline="0" dirty="0">
                <a:solidFill>
                  <a:schemeClr val="accent4"/>
                </a:solidFill>
                <a:latin typeface="Courier New" panose="02070309020205020404" pitchFamily="49" charset="0"/>
              </a:rPr>
              <a:t>("webdictionary.txt"));</a:t>
            </a:r>
          </a:p>
          <a:p>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783222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err="1"/>
              <a:t>fopen</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1"/>
            <a:ext cx="9144000"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Dosya, aşağıdaki </a:t>
            </a:r>
            <a:r>
              <a:rPr lang="tr-TR" dirty="0" err="1">
                <a:solidFill>
                  <a:srgbClr val="000000"/>
                </a:solidFill>
                <a:latin typeface="Arial" pitchFamily="34" charset="0"/>
              </a:rPr>
              <a:t>modlardan</a:t>
            </a:r>
            <a:r>
              <a:rPr lang="tr-TR" dirty="0">
                <a:solidFill>
                  <a:srgbClr val="000000"/>
                </a:solidFill>
                <a:latin typeface="Arial" pitchFamily="34" charset="0"/>
              </a:rPr>
              <a:t> birinde açılabilir:</a:t>
            </a:r>
          </a:p>
        </p:txBody>
      </p:sp>
      <p:graphicFrame>
        <p:nvGraphicFramePr>
          <p:cNvPr id="2" name="Tablo 2">
            <a:extLst>
              <a:ext uri="{FF2B5EF4-FFF2-40B4-BE49-F238E27FC236}">
                <a16:creationId xmlns:a16="http://schemas.microsoft.com/office/drawing/2014/main" id="{A1353113-6C5D-4209-923E-251B736C1F47}"/>
              </a:ext>
            </a:extLst>
          </p:cNvPr>
          <p:cNvGraphicFramePr>
            <a:graphicFrameLocks noGrp="1"/>
          </p:cNvGraphicFramePr>
          <p:nvPr>
            <p:extLst>
              <p:ext uri="{D42A27DB-BD31-4B8C-83A1-F6EECF244321}">
                <p14:modId xmlns:p14="http://schemas.microsoft.com/office/powerpoint/2010/main" val="522133642"/>
              </p:ext>
            </p:extLst>
          </p:nvPr>
        </p:nvGraphicFramePr>
        <p:xfrm>
          <a:off x="282428" y="1464111"/>
          <a:ext cx="8098174" cy="3702889"/>
        </p:xfrm>
        <a:graphic>
          <a:graphicData uri="http://schemas.openxmlformats.org/drawingml/2006/table">
            <a:tbl>
              <a:tblPr firstRow="1" bandRow="1">
                <a:tableStyleId>{5C22544A-7EE6-4342-B048-85BDC9FD1C3A}</a:tableStyleId>
              </a:tblPr>
              <a:tblGrid>
                <a:gridCol w="892031">
                  <a:extLst>
                    <a:ext uri="{9D8B030D-6E8A-4147-A177-3AD203B41FA5}">
                      <a16:colId xmlns:a16="http://schemas.microsoft.com/office/drawing/2014/main" val="3576329358"/>
                    </a:ext>
                  </a:extLst>
                </a:gridCol>
                <a:gridCol w="7206143">
                  <a:extLst>
                    <a:ext uri="{9D8B030D-6E8A-4147-A177-3AD203B41FA5}">
                      <a16:colId xmlns:a16="http://schemas.microsoft.com/office/drawing/2014/main" val="2422219768"/>
                    </a:ext>
                  </a:extLst>
                </a:gridCol>
              </a:tblGrid>
              <a:tr h="593929">
                <a:tc>
                  <a:txBody>
                    <a:bodyPr/>
                    <a:lstStyle/>
                    <a:p>
                      <a:r>
                        <a:rPr lang="tr-TR" dirty="0" err="1"/>
                        <a:t>Mod</a:t>
                      </a:r>
                      <a:endParaRPr lang="tr-TR" dirty="0"/>
                    </a:p>
                  </a:txBody>
                  <a:tcPr/>
                </a:tc>
                <a:tc>
                  <a:txBody>
                    <a:bodyPr/>
                    <a:lstStyle/>
                    <a:p>
                      <a:r>
                        <a:rPr lang="tr-TR" dirty="0"/>
                        <a:t>Açıklama</a:t>
                      </a:r>
                    </a:p>
                  </a:txBody>
                  <a:tcPr/>
                </a:tc>
                <a:extLst>
                  <a:ext uri="{0D108BD9-81ED-4DB2-BD59-A6C34878D82A}">
                    <a16:rowId xmlns:a16="http://schemas.microsoft.com/office/drawing/2014/main" val="2101976087"/>
                  </a:ext>
                </a:extLst>
              </a:tr>
              <a:tr h="593929">
                <a:tc>
                  <a:txBody>
                    <a:bodyPr/>
                    <a:lstStyle/>
                    <a:p>
                      <a:r>
                        <a:rPr lang="tr-TR" sz="1800" b="0" i="0" kern="1200" dirty="0">
                          <a:solidFill>
                            <a:schemeClr val="dk1"/>
                          </a:solidFill>
                          <a:effectLst/>
                          <a:latin typeface="+mn-lt"/>
                          <a:ea typeface="+mn-ea"/>
                          <a:cs typeface="+mn-cs"/>
                        </a:rPr>
                        <a:t>r</a:t>
                      </a:r>
                      <a:endParaRPr lang="tr-TR" dirty="0"/>
                    </a:p>
                  </a:txBody>
                  <a:tcPr/>
                </a:tc>
                <a:tc>
                  <a:txBody>
                    <a:bodyPr/>
                    <a:lstStyle/>
                    <a:p>
                      <a:r>
                        <a:rPr lang="tr-TR" dirty="0"/>
                        <a:t>Dosyayı yalnızca okuma için aç. Dosya işaretçisi dosyanın başından başlar.</a:t>
                      </a:r>
                    </a:p>
                  </a:txBody>
                  <a:tcPr/>
                </a:tc>
                <a:extLst>
                  <a:ext uri="{0D108BD9-81ED-4DB2-BD59-A6C34878D82A}">
                    <a16:rowId xmlns:a16="http://schemas.microsoft.com/office/drawing/2014/main" val="1379676033"/>
                  </a:ext>
                </a:extLst>
              </a:tr>
              <a:tr h="665063">
                <a:tc>
                  <a:txBody>
                    <a:bodyPr/>
                    <a:lstStyle/>
                    <a:p>
                      <a:r>
                        <a:rPr lang="tr-TR" dirty="0"/>
                        <a:t>w</a:t>
                      </a:r>
                    </a:p>
                  </a:txBody>
                  <a:tcPr/>
                </a:tc>
                <a:tc>
                  <a:txBody>
                    <a:bodyPr/>
                    <a:lstStyle/>
                    <a:p>
                      <a:r>
                        <a:rPr lang="tr-TR" dirty="0"/>
                        <a:t>Dosyayı yalnızca yazma için aç. Dosyanın içeriğini siler veya dosya mevcut değilse yeni bir dosya oluşturur. Dosya işaretçisi dosyanın başından başlar.</a:t>
                      </a:r>
                    </a:p>
                  </a:txBody>
                  <a:tcPr/>
                </a:tc>
                <a:extLst>
                  <a:ext uri="{0D108BD9-81ED-4DB2-BD59-A6C34878D82A}">
                    <a16:rowId xmlns:a16="http://schemas.microsoft.com/office/drawing/2014/main" val="41123138"/>
                  </a:ext>
                </a:extLst>
              </a:tr>
              <a:tr h="593929">
                <a:tc>
                  <a:txBody>
                    <a:bodyPr/>
                    <a:lstStyle/>
                    <a:p>
                      <a:r>
                        <a:rPr lang="tr-TR" dirty="0"/>
                        <a:t>a</a:t>
                      </a:r>
                    </a:p>
                  </a:txBody>
                  <a:tcPr/>
                </a:tc>
                <a:tc>
                  <a:txBody>
                    <a:bodyPr/>
                    <a:lstStyle/>
                    <a:p>
                      <a:r>
                        <a:rPr lang="tr-TR" dirty="0"/>
                        <a:t>Dosyayı yalnızca yazma için aç. Dosyadaki mevcut veriler korunur. Dosya işaretçisi dosyanın sonundan başlar. Dosya mevcut değilse yeni bir dosya oluşturur.</a:t>
                      </a:r>
                    </a:p>
                  </a:txBody>
                  <a:tcPr/>
                </a:tc>
                <a:extLst>
                  <a:ext uri="{0D108BD9-81ED-4DB2-BD59-A6C34878D82A}">
                    <a16:rowId xmlns:a16="http://schemas.microsoft.com/office/drawing/2014/main" val="2408239321"/>
                  </a:ext>
                </a:extLst>
              </a:tr>
              <a:tr h="593929">
                <a:tc>
                  <a:txBody>
                    <a:bodyPr/>
                    <a:lstStyle/>
                    <a:p>
                      <a:r>
                        <a:rPr lang="tr-TR" dirty="0"/>
                        <a:t>w</a:t>
                      </a:r>
                    </a:p>
                  </a:txBody>
                  <a:tcPr/>
                </a:tc>
                <a:tc>
                  <a:txBody>
                    <a:bodyPr/>
                    <a:lstStyle/>
                    <a:p>
                      <a:r>
                        <a:rPr lang="tr-TR" dirty="0"/>
                        <a:t>Sadece yazma için yeni bir dosya oluşturur. Dosya zaten mevcutsa, FALSE döner ve bir hata verir.</a:t>
                      </a:r>
                    </a:p>
                  </a:txBody>
                  <a:tcPr/>
                </a:tc>
                <a:extLst>
                  <a:ext uri="{0D108BD9-81ED-4DB2-BD59-A6C34878D82A}">
                    <a16:rowId xmlns:a16="http://schemas.microsoft.com/office/drawing/2014/main" val="4096051202"/>
                  </a:ext>
                </a:extLst>
              </a:tr>
            </a:tbl>
          </a:graphicData>
        </a:graphic>
      </p:graphicFrame>
    </p:spTree>
    <p:extLst>
      <p:ext uri="{BB962C8B-B14F-4D97-AF65-F5344CB8AC3E}">
        <p14:creationId xmlns:p14="http://schemas.microsoft.com/office/powerpoint/2010/main" val="1030765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f</a:t>
            </a:r>
            <a:r>
              <a:rPr lang="tr-TR" sz="3200" dirty="0" err="1"/>
              <a:t>read</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1"/>
            <a:ext cx="9144000" cy="1858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fread() fonksiyonunun birinci parametresi, okunacak dosyanın adını içerir ve ikinci parametre, okunacak maksimum </a:t>
            </a:r>
            <a:r>
              <a:rPr lang="tr-TR" dirty="0" err="1">
                <a:solidFill>
                  <a:srgbClr val="000000"/>
                </a:solidFill>
                <a:latin typeface="Arial" pitchFamily="34" charset="0"/>
              </a:rPr>
              <a:t>byte</a:t>
            </a:r>
            <a:r>
              <a:rPr lang="tr-TR" dirty="0">
                <a:solidFill>
                  <a:srgbClr val="000000"/>
                </a:solidFill>
                <a:latin typeface="Arial" pitchFamily="34" charset="0"/>
              </a:rPr>
              <a:t> sayısını belirtir.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PHP kodu, "webdictionary.txt" dosyasını sona kadar okur: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2822105"/>
            <a:ext cx="8305101" cy="830997"/>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fread($</a:t>
            </a:r>
            <a:r>
              <a:rPr lang="en-US" b="0" i="0" u="none" strike="noStrike" baseline="0" dirty="0" err="1">
                <a:solidFill>
                  <a:schemeClr val="accent4"/>
                </a:solidFill>
                <a:latin typeface="Courier New" panose="02070309020205020404" pitchFamily="49" charset="0"/>
              </a:rPr>
              <a:t>myfile,filesize</a:t>
            </a:r>
            <a:r>
              <a:rPr lang="en-US" b="0" i="0" u="none" strike="noStrike" baseline="0" dirty="0">
                <a:solidFill>
                  <a:schemeClr val="accent4"/>
                </a:solidFill>
                <a:latin typeface="Courier New" panose="02070309020205020404" pitchFamily="49" charset="0"/>
              </a:rPr>
              <a:t>("webdictionary.txt"));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885623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f</a:t>
            </a:r>
            <a:r>
              <a:rPr lang="tr-TR" sz="3200" dirty="0" err="1"/>
              <a:t>close</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1"/>
            <a:ext cx="9144000" cy="1858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fclose() fonksiyonu, açık bir dosyayı kapatmak için kullanılır.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293614" y="2016762"/>
            <a:ext cx="8305101" cy="1938992"/>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("webdictionary.txt", "r");</a:t>
            </a:r>
          </a:p>
          <a:p>
            <a:r>
              <a:rPr lang="en-US" b="0" i="0" u="none" strike="noStrike" baseline="0" dirty="0">
                <a:solidFill>
                  <a:schemeClr val="accent4"/>
                </a:solidFill>
                <a:latin typeface="Courier New" panose="02070309020205020404" pitchFamily="49" charset="0"/>
              </a:rPr>
              <a:t>// some code to be executed....</a:t>
            </a:r>
          </a:p>
          <a:p>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72007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f</a:t>
            </a:r>
            <a:r>
              <a:rPr lang="tr-TR" sz="3200" dirty="0" err="1"/>
              <a:t>eof</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0"/>
            <a:ext cx="9144000" cy="2532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feof</a:t>
            </a:r>
            <a:r>
              <a:rPr lang="tr-TR" dirty="0">
                <a:solidFill>
                  <a:srgbClr val="000000"/>
                </a:solidFill>
                <a:latin typeface="Arial" pitchFamily="34" charset="0"/>
              </a:rPr>
              <a:t>() fonksiyonu, "dosya sonu" (EOF) noktasına gelip gelinmediğini kontrol eder.</a:t>
            </a:r>
          </a:p>
          <a:p>
            <a:pPr marL="514350" lvl="1" indent="-342900">
              <a:spcBef>
                <a:spcPct val="20000"/>
              </a:spcBef>
              <a:buClr>
                <a:srgbClr val="0066CC"/>
              </a:buClr>
              <a:buSzPct val="75000"/>
              <a:buFont typeface="Wingdings" panose="05000000000000000000" pitchFamily="2" charset="2"/>
              <a:buChar char="q"/>
            </a:pPr>
            <a:r>
              <a:rPr lang="tr-TR" dirty="0" err="1">
                <a:solidFill>
                  <a:srgbClr val="000000"/>
                </a:solidFill>
                <a:latin typeface="Arial" pitchFamily="34" charset="0"/>
              </a:rPr>
              <a:t>feof</a:t>
            </a:r>
            <a:r>
              <a:rPr lang="tr-TR" dirty="0">
                <a:solidFill>
                  <a:srgbClr val="000000"/>
                </a:solidFill>
                <a:latin typeface="Arial" pitchFamily="34" charset="0"/>
              </a:rPr>
              <a:t>() fonksiyonu, uzunluğu bilinmeyen veriler üzerinde döngü kurmak için faydalıdır.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 "webdictionary.txt" dosyasını satır </a:t>
            </a:r>
            <a:r>
              <a:rPr lang="tr-TR" dirty="0" err="1">
                <a:solidFill>
                  <a:srgbClr val="000000"/>
                </a:solidFill>
                <a:latin typeface="Arial" pitchFamily="34" charset="0"/>
              </a:rPr>
              <a:t>satır</a:t>
            </a:r>
            <a:r>
              <a:rPr lang="tr-TR" dirty="0">
                <a:solidFill>
                  <a:srgbClr val="000000"/>
                </a:solidFill>
                <a:latin typeface="Arial" pitchFamily="34" charset="0"/>
              </a:rPr>
              <a:t> okur, ta ki dosyanın sonuna (EOF) gelene kadar: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302003" y="3408372"/>
            <a:ext cx="8305101" cy="3046988"/>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("webdictionary.txt", "r") or die("Unable to open file!");</a:t>
            </a:r>
          </a:p>
          <a:p>
            <a:r>
              <a:rPr lang="en-US" b="0" i="0" u="none" strike="noStrike" baseline="0" dirty="0">
                <a:solidFill>
                  <a:schemeClr val="accent4"/>
                </a:solidFill>
                <a:latin typeface="Courier New" panose="02070309020205020404" pitchFamily="49" charset="0"/>
              </a:rPr>
              <a:t>// Output one line until end-of-file</a:t>
            </a:r>
          </a:p>
          <a:p>
            <a:r>
              <a:rPr lang="en-US" b="0" i="0" u="none" strike="noStrike" baseline="0" dirty="0">
                <a:solidFill>
                  <a:schemeClr val="accent4"/>
                </a:solidFill>
                <a:latin typeface="Courier New" panose="02070309020205020404" pitchFamily="49" charset="0"/>
              </a:rPr>
              <a:t>while(!</a:t>
            </a:r>
            <a:r>
              <a:rPr lang="en-US" b="0" i="0" u="none" strike="noStrike" baseline="0" dirty="0" err="1">
                <a:solidFill>
                  <a:schemeClr val="accent4"/>
                </a:solidFill>
                <a:latin typeface="Courier New" panose="02070309020205020404" pitchFamily="49" charset="0"/>
              </a:rPr>
              <a:t>feof</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a:t>
            </a:r>
          </a:p>
          <a:p>
            <a:r>
              <a:rPr lang="en-US" b="0" i="0" u="none" strike="noStrike" baseline="0" dirty="0">
                <a:solidFill>
                  <a:schemeClr val="accent4"/>
                </a:solidFill>
                <a:latin typeface="Courier New" panose="02070309020205020404" pitchFamily="49" charset="0"/>
              </a:rPr>
              <a:t>  echo </a:t>
            </a:r>
            <a:r>
              <a:rPr lang="en-US" b="0" i="0" u="none" strike="noStrike" baseline="0" dirty="0" err="1">
                <a:solidFill>
                  <a:schemeClr val="accent4"/>
                </a:solidFill>
                <a:latin typeface="Courier New" panose="02070309020205020404" pitchFamily="49" charset="0"/>
              </a:rPr>
              <a:t>fgets</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a:t>
            </a:r>
          </a:p>
          <a:p>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3590877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f</a:t>
            </a:r>
            <a:r>
              <a:rPr lang="tr-TR" sz="3200" dirty="0" err="1"/>
              <a:t>getc</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0"/>
            <a:ext cx="9144000" cy="2194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fgetc() fonksiyonu, bir dosyadan tek bir karakter okumak için kullanılır.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 "webdictionary.txt" dosyasını karakter </a:t>
            </a:r>
            <a:r>
              <a:rPr lang="tr-TR" dirty="0" err="1">
                <a:solidFill>
                  <a:srgbClr val="000000"/>
                </a:solidFill>
                <a:latin typeface="Arial" pitchFamily="34" charset="0"/>
              </a:rPr>
              <a:t>karakter</a:t>
            </a:r>
            <a:r>
              <a:rPr lang="tr-TR" dirty="0">
                <a:solidFill>
                  <a:srgbClr val="000000"/>
                </a:solidFill>
                <a:latin typeface="Arial" pitchFamily="34" charset="0"/>
              </a:rPr>
              <a:t> okur, ta ki dosyanın sonuna (EOF) gelene kadar: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327170" y="2854699"/>
            <a:ext cx="8305101" cy="3416320"/>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("webdictionary.txt", "r") or die("Unable to open file!");</a:t>
            </a:r>
          </a:p>
          <a:p>
            <a:r>
              <a:rPr lang="en-US" b="0" i="0" u="none" strike="noStrike" baseline="0" dirty="0">
                <a:solidFill>
                  <a:schemeClr val="accent4"/>
                </a:solidFill>
                <a:latin typeface="Courier New" panose="02070309020205020404" pitchFamily="49" charset="0"/>
              </a:rPr>
              <a:t>// Output one character until end-of-file</a:t>
            </a:r>
          </a:p>
          <a:p>
            <a:r>
              <a:rPr lang="en-US" b="0" i="0" u="none" strike="noStrike" baseline="0" dirty="0">
                <a:solidFill>
                  <a:schemeClr val="accent4"/>
                </a:solidFill>
                <a:latin typeface="Courier New" panose="02070309020205020404" pitchFamily="49" charset="0"/>
              </a:rPr>
              <a:t>while(!</a:t>
            </a:r>
            <a:r>
              <a:rPr lang="en-US" b="0" i="0" u="none" strike="noStrike" baseline="0" dirty="0" err="1">
                <a:solidFill>
                  <a:schemeClr val="accent4"/>
                </a:solidFill>
                <a:latin typeface="Courier New" panose="02070309020205020404" pitchFamily="49" charset="0"/>
              </a:rPr>
              <a:t>feof</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a:t>
            </a:r>
          </a:p>
          <a:p>
            <a:r>
              <a:rPr lang="en-US" b="0" i="0" u="none" strike="noStrike" baseline="0" dirty="0">
                <a:solidFill>
                  <a:schemeClr val="accent4"/>
                </a:solidFill>
                <a:latin typeface="Courier New" panose="02070309020205020404" pitchFamily="49" charset="0"/>
              </a:rPr>
              <a:t>  echo </a:t>
            </a:r>
            <a:r>
              <a:rPr lang="en-US" b="0" i="0" u="none" strike="noStrike" baseline="0" dirty="0" err="1">
                <a:solidFill>
                  <a:schemeClr val="accent4"/>
                </a:solidFill>
                <a:latin typeface="Courier New" panose="02070309020205020404" pitchFamily="49" charset="0"/>
              </a:rPr>
              <a:t>fgetc</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a:t>
            </a:r>
          </a:p>
          <a:p>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4038047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f</a:t>
            </a:r>
            <a:r>
              <a:rPr lang="tr-TR" sz="3200" dirty="0" err="1"/>
              <a:t>open</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0"/>
            <a:ext cx="9144000" cy="2194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fopen() fonksiyonu aynı zamanda bir dosya oluşturmak için de kullanılır. </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Eğer fopen() fonksiyonu var olmayan bir dosya üzerinde kullanılırsa ve dosya yazma (w) veya ekleme (a) </a:t>
            </a:r>
            <a:r>
              <a:rPr lang="tr-TR" dirty="0" err="1">
                <a:solidFill>
                  <a:srgbClr val="000000"/>
                </a:solidFill>
                <a:latin typeface="Arial" pitchFamily="34" charset="0"/>
              </a:rPr>
              <a:t>modunda</a:t>
            </a:r>
            <a:r>
              <a:rPr lang="tr-TR" dirty="0">
                <a:solidFill>
                  <a:srgbClr val="000000"/>
                </a:solidFill>
                <a:latin typeface="Arial" pitchFamily="34" charset="0"/>
              </a:rPr>
              <a:t> açılmışsa, dosya oluşturulur.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 "testfile.txt" adında yeni bir dosya oluşturur. Dosya, PHP kodunun bulunduğu dizinde oluşturulacaktır: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4267899"/>
            <a:ext cx="8305101" cy="461665"/>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("testfile.txt", "w")</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10817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en-US" sz="3200" dirty="0"/>
              <a:t>f</a:t>
            </a:r>
            <a:r>
              <a:rPr lang="tr-TR" sz="3200" dirty="0" err="1"/>
              <a:t>write</a:t>
            </a:r>
            <a:r>
              <a:rPr lang="en-US" sz="3200" dirty="0"/>
              <a:t>()</a:t>
            </a:r>
            <a:r>
              <a:rPr lang="tr-TR" sz="3200" dirty="0"/>
              <a:t> Fonksiyonu</a:t>
            </a:r>
            <a:endParaRPr lang="en-US" sz="3200" dirty="0"/>
          </a:p>
        </p:txBody>
      </p:sp>
      <p:sp>
        <p:nvSpPr>
          <p:cNvPr id="154627" name="Rectangle 3"/>
          <p:cNvSpPr>
            <a:spLocks noChangeArrowheads="1"/>
          </p:cNvSpPr>
          <p:nvPr/>
        </p:nvSpPr>
        <p:spPr bwMode="auto">
          <a:xfrm>
            <a:off x="0" y="876300"/>
            <a:ext cx="9144000" cy="2194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fwrite() fonksiyonu, bir dosyaya yazı yazmak için kullanılır.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fwrite() fonksiyonunun ilk parametresi üzerine yazılacak dosyanın adını, ikinci parametresi ise yazılacak metni içerir.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 "newfile.txt" adında yeni bir dosyaya birkaç isim yazar:</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3070371"/>
            <a:ext cx="8305101" cy="3416320"/>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("newfile.txt", "w") or die("Unable to open file!");</a:t>
            </a:r>
          </a:p>
          <a:p>
            <a:r>
              <a:rPr lang="en-US" b="0" i="0" u="none" strike="noStrike" baseline="0" dirty="0">
                <a:solidFill>
                  <a:schemeClr val="accent4"/>
                </a:solidFill>
                <a:latin typeface="Courier New" panose="02070309020205020404" pitchFamily="49" charset="0"/>
              </a:rPr>
              <a:t>$txt = "John Doe\n";</a:t>
            </a:r>
          </a:p>
          <a:p>
            <a:r>
              <a:rPr lang="en-US" b="0" i="0" u="none" strike="noStrike" baseline="0" dirty="0" err="1">
                <a:solidFill>
                  <a:schemeClr val="accent4"/>
                </a:solidFill>
                <a:latin typeface="Courier New" panose="02070309020205020404" pitchFamily="49" charset="0"/>
              </a:rPr>
              <a:t>fwrite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$txt);</a:t>
            </a:r>
          </a:p>
          <a:p>
            <a:r>
              <a:rPr lang="en-US" b="0" i="0" u="none" strike="noStrike" baseline="0" dirty="0">
                <a:solidFill>
                  <a:schemeClr val="accent4"/>
                </a:solidFill>
                <a:latin typeface="Courier New" panose="02070309020205020404" pitchFamily="49" charset="0"/>
              </a:rPr>
              <a:t>$txt = "Jane Doe\n";</a:t>
            </a:r>
          </a:p>
          <a:p>
            <a:r>
              <a:rPr lang="en-US" b="0" i="0" u="none" strike="noStrike" baseline="0" dirty="0" err="1">
                <a:solidFill>
                  <a:schemeClr val="accent4"/>
                </a:solidFill>
                <a:latin typeface="Courier New" panose="02070309020205020404" pitchFamily="49" charset="0"/>
              </a:rPr>
              <a:t>fwrite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$txt);</a:t>
            </a:r>
          </a:p>
          <a:p>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3330773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Üzerine Yazma</a:t>
            </a:r>
            <a:endParaRPr lang="en-US" sz="3200" dirty="0"/>
          </a:p>
        </p:txBody>
      </p:sp>
      <p:sp>
        <p:nvSpPr>
          <p:cNvPr id="154627" name="Rectangle 3"/>
          <p:cNvSpPr>
            <a:spLocks noChangeArrowheads="1"/>
          </p:cNvSpPr>
          <p:nvPr/>
        </p:nvSpPr>
        <p:spPr bwMode="auto">
          <a:xfrm>
            <a:off x="0" y="876300"/>
            <a:ext cx="9144000" cy="2194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Artık "newfile.txt" dosyasında bazı veriler bulunduğuna göre, var olan bir dosya yazma </a:t>
            </a:r>
            <a:r>
              <a:rPr lang="tr-TR" dirty="0" err="1">
                <a:solidFill>
                  <a:srgbClr val="000000"/>
                </a:solidFill>
                <a:latin typeface="Arial" pitchFamily="34" charset="0"/>
              </a:rPr>
              <a:t>modunda</a:t>
            </a:r>
            <a:r>
              <a:rPr lang="tr-TR" dirty="0">
                <a:solidFill>
                  <a:srgbClr val="000000"/>
                </a:solidFill>
                <a:latin typeface="Arial" pitchFamily="34" charset="0"/>
              </a:rPr>
              <a:t> açıldığında ne olduğunu gösterebiliriz. Tüm mevcut veriler SİLİNECEK ve dosya boş olarak başlayacaktır.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örnekte, mevcut "newfile.txt" dosyamızı açıyor ve içine yeni veriler yazıyoruz:</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3330429"/>
            <a:ext cx="8305101" cy="3416320"/>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("newfile.txt", "w") or die("Unable to open file!");</a:t>
            </a:r>
          </a:p>
          <a:p>
            <a:r>
              <a:rPr lang="en-US" b="0" i="0" u="none" strike="noStrike" baseline="0" dirty="0">
                <a:solidFill>
                  <a:schemeClr val="accent4"/>
                </a:solidFill>
                <a:latin typeface="Courier New" panose="02070309020205020404" pitchFamily="49" charset="0"/>
              </a:rPr>
              <a:t>$txt = "Mickey Mouse\n";</a:t>
            </a:r>
          </a:p>
          <a:p>
            <a:r>
              <a:rPr lang="en-US" b="0" i="0" u="none" strike="noStrike" baseline="0" dirty="0" err="1">
                <a:solidFill>
                  <a:schemeClr val="accent4"/>
                </a:solidFill>
                <a:latin typeface="Courier New" panose="02070309020205020404" pitchFamily="49" charset="0"/>
              </a:rPr>
              <a:t>fwrite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$txt);</a:t>
            </a:r>
          </a:p>
          <a:p>
            <a:r>
              <a:rPr lang="en-US" b="0" i="0" u="none" strike="noStrike" baseline="0" dirty="0">
                <a:solidFill>
                  <a:schemeClr val="accent4"/>
                </a:solidFill>
                <a:latin typeface="Courier New" panose="02070309020205020404" pitchFamily="49" charset="0"/>
              </a:rPr>
              <a:t>$txt = "Minnie Mouse\n";</a:t>
            </a:r>
          </a:p>
          <a:p>
            <a:r>
              <a:rPr lang="en-US" b="0" i="0" u="none" strike="noStrike" baseline="0" dirty="0" err="1">
                <a:solidFill>
                  <a:schemeClr val="accent4"/>
                </a:solidFill>
                <a:latin typeface="Courier New" panose="02070309020205020404" pitchFamily="49" charset="0"/>
              </a:rPr>
              <a:t>fwrite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$txt);</a:t>
            </a:r>
          </a:p>
          <a:p>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4173668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Metin Ekleme</a:t>
            </a:r>
            <a:endParaRPr lang="en-US" sz="3200" dirty="0"/>
          </a:p>
        </p:txBody>
      </p:sp>
      <p:sp>
        <p:nvSpPr>
          <p:cNvPr id="154627" name="Rectangle 3"/>
          <p:cNvSpPr>
            <a:spLocks noChangeArrowheads="1"/>
          </p:cNvSpPr>
          <p:nvPr/>
        </p:nvSpPr>
        <p:spPr bwMode="auto">
          <a:xfrm>
            <a:off x="0" y="876300"/>
            <a:ext cx="9144000" cy="2194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Bir dosyaya veri eklemek için "a" </a:t>
            </a:r>
            <a:r>
              <a:rPr lang="tr-TR" dirty="0" err="1">
                <a:solidFill>
                  <a:srgbClr val="000000"/>
                </a:solidFill>
                <a:latin typeface="Arial" pitchFamily="34" charset="0"/>
              </a:rPr>
              <a:t>modunu</a:t>
            </a:r>
            <a:r>
              <a:rPr lang="tr-TR" dirty="0">
                <a:solidFill>
                  <a:srgbClr val="000000"/>
                </a:solidFill>
                <a:latin typeface="Arial" pitchFamily="34" charset="0"/>
              </a:rPr>
              <a:t> kullanabilirsiniz. "a" </a:t>
            </a:r>
            <a:r>
              <a:rPr lang="tr-TR" dirty="0" err="1">
                <a:solidFill>
                  <a:srgbClr val="000000"/>
                </a:solidFill>
                <a:latin typeface="Arial" pitchFamily="34" charset="0"/>
              </a:rPr>
              <a:t>modu</a:t>
            </a:r>
            <a:r>
              <a:rPr lang="tr-TR" dirty="0">
                <a:solidFill>
                  <a:srgbClr val="000000"/>
                </a:solidFill>
                <a:latin typeface="Arial" pitchFamily="34" charset="0"/>
              </a:rPr>
              <a:t>, metni dosyanın sonuna eklerken, "w" </a:t>
            </a:r>
            <a:r>
              <a:rPr lang="tr-TR" dirty="0" err="1">
                <a:solidFill>
                  <a:srgbClr val="000000"/>
                </a:solidFill>
                <a:latin typeface="Arial" pitchFamily="34" charset="0"/>
              </a:rPr>
              <a:t>modu</a:t>
            </a:r>
            <a:r>
              <a:rPr lang="tr-TR" dirty="0">
                <a:solidFill>
                  <a:srgbClr val="000000"/>
                </a:solidFill>
                <a:latin typeface="Arial" pitchFamily="34" charset="0"/>
              </a:rPr>
              <a:t> dosyanın eski içeriğini siler ve üzerine yazar.</a:t>
            </a:r>
          </a:p>
          <a:p>
            <a:pPr marL="514350" lvl="1" indent="-342900">
              <a:spcBef>
                <a:spcPct val="20000"/>
              </a:spcBef>
              <a:buClr>
                <a:srgbClr val="0066CC"/>
              </a:buClr>
              <a:buSzPct val="75000"/>
              <a:buFont typeface="Wingdings" panose="05000000000000000000" pitchFamily="2" charset="2"/>
              <a:buChar char="q"/>
            </a:pPr>
            <a:r>
              <a:rPr lang="tr-TR" dirty="0">
                <a:solidFill>
                  <a:srgbClr val="000000"/>
                </a:solidFill>
                <a:latin typeface="Arial" pitchFamily="34" charset="0"/>
              </a:rPr>
              <a:t>Aşağıdaki örnekte, mevcut "newfile.txt" dosyamızı açıp içine biraz metin ekliyoruz:</a:t>
            </a:r>
          </a:p>
        </p:txBody>
      </p:sp>
      <p:sp>
        <p:nvSpPr>
          <p:cNvPr id="4" name="Metin kutusu 3">
            <a:extLst>
              <a:ext uri="{FF2B5EF4-FFF2-40B4-BE49-F238E27FC236}">
                <a16:creationId xmlns:a16="http://schemas.microsoft.com/office/drawing/2014/main" id="{681C4ED4-C784-49CE-89F6-19A7C9B7184E}"/>
              </a:ext>
            </a:extLst>
          </p:cNvPr>
          <p:cNvSpPr txBox="1"/>
          <p:nvPr/>
        </p:nvSpPr>
        <p:spPr>
          <a:xfrm>
            <a:off x="419449" y="3070371"/>
            <a:ext cx="8305101" cy="3416320"/>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("newfile.txt", "a") or die("Unable to open file!");</a:t>
            </a:r>
          </a:p>
          <a:p>
            <a:r>
              <a:rPr lang="en-US" b="0" i="0" u="none" strike="noStrike" baseline="0" dirty="0">
                <a:solidFill>
                  <a:schemeClr val="accent4"/>
                </a:solidFill>
                <a:latin typeface="Courier New" panose="02070309020205020404" pitchFamily="49" charset="0"/>
              </a:rPr>
              <a:t>$txt = "Donald Duck\n";</a:t>
            </a:r>
          </a:p>
          <a:p>
            <a:r>
              <a:rPr lang="en-US" b="0" i="0" u="none" strike="noStrike" baseline="0" dirty="0" err="1">
                <a:solidFill>
                  <a:schemeClr val="accent4"/>
                </a:solidFill>
                <a:latin typeface="Courier New" panose="02070309020205020404" pitchFamily="49" charset="0"/>
              </a:rPr>
              <a:t>fwrite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$txt);</a:t>
            </a:r>
          </a:p>
          <a:p>
            <a:r>
              <a:rPr lang="en-US" b="0" i="0" u="none" strike="noStrike" baseline="0" dirty="0">
                <a:solidFill>
                  <a:schemeClr val="accent4"/>
                </a:solidFill>
                <a:latin typeface="Courier New" panose="02070309020205020404" pitchFamily="49" charset="0"/>
              </a:rPr>
              <a:t>$txt = "Goofy Goof\n";</a:t>
            </a:r>
          </a:p>
          <a:p>
            <a:r>
              <a:rPr lang="en-US" b="0" i="0" u="none" strike="noStrike" baseline="0" dirty="0" err="1">
                <a:solidFill>
                  <a:schemeClr val="accent4"/>
                </a:solidFill>
                <a:latin typeface="Courier New" panose="02070309020205020404" pitchFamily="49" charset="0"/>
              </a:rPr>
              <a:t>fwrite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 $txt);</a:t>
            </a:r>
          </a:p>
          <a:p>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myfile</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2270606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4" name="Metin kutusu 3">
            <a:extLst>
              <a:ext uri="{FF2B5EF4-FFF2-40B4-BE49-F238E27FC236}">
                <a16:creationId xmlns:a16="http://schemas.microsoft.com/office/drawing/2014/main" id="{681C4ED4-C784-49CE-89F6-19A7C9B7184E}"/>
              </a:ext>
            </a:extLst>
          </p:cNvPr>
          <p:cNvSpPr txBox="1"/>
          <p:nvPr/>
        </p:nvSpPr>
        <p:spPr>
          <a:xfrm>
            <a:off x="570449" y="914400"/>
            <a:ext cx="8305101" cy="5632311"/>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&lt;!DOCTYPE html&gt;</a:t>
            </a:r>
          </a:p>
          <a:p>
            <a:r>
              <a:rPr lang="en-US" b="0" i="0" u="none" strike="noStrike" baseline="0" dirty="0">
                <a:solidFill>
                  <a:schemeClr val="accent4"/>
                </a:solidFill>
                <a:latin typeface="Courier New" panose="02070309020205020404" pitchFamily="49" charset="0"/>
              </a:rPr>
              <a:t>&lt;html&gt;</a:t>
            </a:r>
          </a:p>
          <a:p>
            <a:r>
              <a:rPr lang="en-US" b="0" i="0" u="none" strike="noStrike" baseline="0" dirty="0">
                <a:solidFill>
                  <a:schemeClr val="accent4"/>
                </a:solidFill>
                <a:latin typeface="Courier New" panose="02070309020205020404" pitchFamily="49" charset="0"/>
              </a:rPr>
              <a:t>&lt;head&gt;</a:t>
            </a:r>
          </a:p>
          <a:p>
            <a:r>
              <a:rPr lang="en-US" b="0" i="0" u="none" strike="noStrike" baseline="0" dirty="0">
                <a:solidFill>
                  <a:schemeClr val="accent4"/>
                </a:solidFill>
                <a:latin typeface="Courier New" panose="02070309020205020404" pitchFamily="49" charset="0"/>
              </a:rPr>
              <a:t>    &lt;meta charset="UTF-8"&gt;</a:t>
            </a:r>
          </a:p>
          <a:p>
            <a:r>
              <a:rPr lang="en-US" b="0" i="0" u="none" strike="noStrike" baseline="0" dirty="0">
                <a:solidFill>
                  <a:schemeClr val="accent4"/>
                </a:solidFill>
                <a:latin typeface="Courier New" panose="02070309020205020404" pitchFamily="49" charset="0"/>
              </a:rPr>
              <a:t>    &lt;title&gt;</a:t>
            </a:r>
            <a:r>
              <a:rPr lang="en-US" b="0" i="0" u="none" strike="noStrike" baseline="0" dirty="0" err="1">
                <a:solidFill>
                  <a:schemeClr val="accent4"/>
                </a:solidFill>
                <a:latin typeface="Courier New" panose="02070309020205020404" pitchFamily="49" charset="0"/>
              </a:rPr>
              <a:t>Ziyaretçi</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Defteri</a:t>
            </a:r>
            <a:r>
              <a:rPr lang="en-US" b="0" i="0" u="none" strike="noStrike" baseline="0" dirty="0">
                <a:solidFill>
                  <a:schemeClr val="accent4"/>
                </a:solidFill>
                <a:latin typeface="Courier New" panose="02070309020205020404" pitchFamily="49" charset="0"/>
              </a:rPr>
              <a:t>&lt;/title&gt;</a:t>
            </a:r>
          </a:p>
          <a:p>
            <a:r>
              <a:rPr lang="en-US" b="0" i="0" u="none" strike="noStrike" baseline="0" dirty="0">
                <a:solidFill>
                  <a:schemeClr val="accent4"/>
                </a:solidFill>
                <a:latin typeface="Courier New" panose="02070309020205020404" pitchFamily="49" charset="0"/>
              </a:rPr>
              <a:t>&lt;/head&gt;</a:t>
            </a:r>
          </a:p>
          <a:p>
            <a:r>
              <a:rPr lang="en-US" b="0" i="0" u="none" strike="noStrike" baseline="0" dirty="0">
                <a:solidFill>
                  <a:schemeClr val="accent4"/>
                </a:solidFill>
                <a:latin typeface="Courier New" panose="02070309020205020404" pitchFamily="49" charset="0"/>
              </a:rPr>
              <a:t>&lt;body&gt;</a:t>
            </a:r>
          </a:p>
          <a:p>
            <a:r>
              <a:rPr lang="en-US" b="0" i="0" u="none" strike="noStrike" baseline="0" dirty="0">
                <a:solidFill>
                  <a:schemeClr val="accent4"/>
                </a:solidFill>
                <a:latin typeface="Courier New" panose="02070309020205020404" pitchFamily="49" charset="0"/>
              </a:rPr>
              <a:t>    &lt;h2&gt;</a:t>
            </a:r>
            <a:r>
              <a:rPr lang="en-US" b="0" i="0" u="none" strike="noStrike" baseline="0" dirty="0" err="1">
                <a:solidFill>
                  <a:schemeClr val="accent4"/>
                </a:solidFill>
                <a:latin typeface="Courier New" panose="02070309020205020404" pitchFamily="49" charset="0"/>
              </a:rPr>
              <a:t>Ziyaretçi</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Defteri</a:t>
            </a:r>
            <a:r>
              <a:rPr lang="en-US" b="0" i="0" u="none" strike="noStrike" baseline="0" dirty="0">
                <a:solidFill>
                  <a:schemeClr val="accent4"/>
                </a:solidFill>
                <a:latin typeface="Courier New" panose="02070309020205020404" pitchFamily="49" charset="0"/>
              </a:rPr>
              <a:t>&lt;/h2&gt;</a:t>
            </a:r>
          </a:p>
          <a:p>
            <a:r>
              <a:rPr lang="en-US" b="0" i="0" u="none" strike="noStrike" baseline="0" dirty="0">
                <a:solidFill>
                  <a:schemeClr val="accent4"/>
                </a:solidFill>
                <a:latin typeface="Courier New" panose="02070309020205020404" pitchFamily="49" charset="0"/>
              </a:rPr>
              <a:t>    &lt;form method="post" action=""&gt;</a:t>
            </a:r>
          </a:p>
          <a:p>
            <a:r>
              <a:rPr lang="en-US" b="0" i="0" u="none" strike="noStrike" baseline="0" dirty="0">
                <a:solidFill>
                  <a:schemeClr val="accent4"/>
                </a:solidFill>
                <a:latin typeface="Courier New" panose="02070309020205020404" pitchFamily="49" charset="0"/>
              </a:rPr>
              <a:t>        &lt;label&gt;</a:t>
            </a:r>
            <a:r>
              <a:rPr lang="en-US" b="0" i="0" u="none" strike="noStrike" baseline="0" dirty="0" err="1">
                <a:solidFill>
                  <a:schemeClr val="accent4"/>
                </a:solidFill>
                <a:latin typeface="Courier New" panose="02070309020205020404" pitchFamily="49" charset="0"/>
              </a:rPr>
              <a:t>Adınız</a:t>
            </a:r>
            <a:r>
              <a:rPr lang="en-US" b="0" i="0" u="none" strike="noStrike" baseline="0" dirty="0">
                <a:solidFill>
                  <a:schemeClr val="accent4"/>
                </a:solidFill>
                <a:latin typeface="Courier New" panose="02070309020205020404" pitchFamily="49" charset="0"/>
              </a:rPr>
              <a:t>:&lt;/label&gt;&lt;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        &lt;input type="text" name="name" required&gt;&lt;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        &lt;label&gt;</a:t>
            </a:r>
            <a:r>
              <a:rPr lang="en-US" b="0" i="0" u="none" strike="noStrike" baseline="0" dirty="0" err="1">
                <a:solidFill>
                  <a:schemeClr val="accent4"/>
                </a:solidFill>
                <a:latin typeface="Courier New" panose="02070309020205020404" pitchFamily="49" charset="0"/>
              </a:rPr>
              <a:t>Mesajınız</a:t>
            </a:r>
            <a:r>
              <a:rPr lang="en-US" b="0" i="0" u="none" strike="noStrike" baseline="0" dirty="0">
                <a:solidFill>
                  <a:schemeClr val="accent4"/>
                </a:solidFill>
                <a:latin typeface="Courier New" panose="02070309020205020404" pitchFamily="49" charset="0"/>
              </a:rPr>
              <a:t>:&lt;/label&gt;&lt;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        &lt;</a:t>
            </a:r>
            <a:r>
              <a:rPr lang="en-US" b="0" i="0" u="none" strike="noStrike" baseline="0" dirty="0" err="1">
                <a:solidFill>
                  <a:schemeClr val="accent4"/>
                </a:solidFill>
                <a:latin typeface="Courier New" panose="02070309020205020404" pitchFamily="49" charset="0"/>
              </a:rPr>
              <a:t>textarea</a:t>
            </a:r>
            <a:r>
              <a:rPr lang="en-US" b="0" i="0" u="none" strike="noStrike" baseline="0" dirty="0">
                <a:solidFill>
                  <a:schemeClr val="accent4"/>
                </a:solidFill>
                <a:latin typeface="Courier New" panose="02070309020205020404" pitchFamily="49" charset="0"/>
              </a:rPr>
              <a:t> name="message" rows="4" cols="40" required&gt;&lt;/</a:t>
            </a:r>
            <a:r>
              <a:rPr lang="en-US" b="0" i="0" u="none" strike="noStrike" baseline="0" dirty="0" err="1">
                <a:solidFill>
                  <a:schemeClr val="accent4"/>
                </a:solidFill>
                <a:latin typeface="Courier New" panose="02070309020205020404" pitchFamily="49" charset="0"/>
              </a:rPr>
              <a:t>textarea</a:t>
            </a:r>
            <a:r>
              <a:rPr lang="en-US" b="0" i="0" u="none" strike="noStrike" baseline="0" dirty="0">
                <a:solidFill>
                  <a:schemeClr val="accent4"/>
                </a:solidFill>
                <a:latin typeface="Courier New" panose="02070309020205020404" pitchFamily="49" charset="0"/>
              </a:rPr>
              <a:t>&gt;&lt;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2779311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4" name="Metin kutusu 3">
            <a:extLst>
              <a:ext uri="{FF2B5EF4-FFF2-40B4-BE49-F238E27FC236}">
                <a16:creationId xmlns:a16="http://schemas.microsoft.com/office/drawing/2014/main" id="{681C4ED4-C784-49CE-89F6-19A7C9B7184E}"/>
              </a:ext>
            </a:extLst>
          </p:cNvPr>
          <p:cNvSpPr txBox="1"/>
          <p:nvPr/>
        </p:nvSpPr>
        <p:spPr>
          <a:xfrm>
            <a:off x="570449" y="914400"/>
            <a:ext cx="8305101" cy="5632311"/>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&lt;!DOCTYPE html&gt;</a:t>
            </a:r>
          </a:p>
          <a:p>
            <a:r>
              <a:rPr lang="en-US" b="0" i="0" u="none" strike="noStrike" baseline="0" dirty="0">
                <a:solidFill>
                  <a:schemeClr val="accent4"/>
                </a:solidFill>
                <a:latin typeface="Courier New" panose="02070309020205020404" pitchFamily="49" charset="0"/>
              </a:rPr>
              <a:t>&lt;html&gt;</a:t>
            </a:r>
          </a:p>
          <a:p>
            <a:r>
              <a:rPr lang="en-US" b="0" i="0" u="none" strike="noStrike" baseline="0" dirty="0">
                <a:solidFill>
                  <a:schemeClr val="accent4"/>
                </a:solidFill>
                <a:latin typeface="Courier New" panose="02070309020205020404" pitchFamily="49" charset="0"/>
              </a:rPr>
              <a:t>&lt;head&gt;</a:t>
            </a:r>
          </a:p>
          <a:p>
            <a:r>
              <a:rPr lang="en-US" b="0" i="0" u="none" strike="noStrike" baseline="0" dirty="0">
                <a:solidFill>
                  <a:schemeClr val="accent4"/>
                </a:solidFill>
                <a:latin typeface="Courier New" panose="02070309020205020404" pitchFamily="49" charset="0"/>
              </a:rPr>
              <a:t>    &lt;meta charset="UTF-8"&gt;</a:t>
            </a:r>
          </a:p>
          <a:p>
            <a:r>
              <a:rPr lang="en-US" b="0" i="0" u="none" strike="noStrike" baseline="0" dirty="0">
                <a:solidFill>
                  <a:schemeClr val="accent4"/>
                </a:solidFill>
                <a:latin typeface="Courier New" panose="02070309020205020404" pitchFamily="49" charset="0"/>
              </a:rPr>
              <a:t>    &lt;title&gt;</a:t>
            </a:r>
            <a:r>
              <a:rPr lang="en-US" b="0" i="0" u="none" strike="noStrike" baseline="0" dirty="0" err="1">
                <a:solidFill>
                  <a:schemeClr val="accent4"/>
                </a:solidFill>
                <a:latin typeface="Courier New" panose="02070309020205020404" pitchFamily="49" charset="0"/>
              </a:rPr>
              <a:t>Ziyaretçi</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Defteri</a:t>
            </a:r>
            <a:r>
              <a:rPr lang="en-US" b="0" i="0" u="none" strike="noStrike" baseline="0" dirty="0">
                <a:solidFill>
                  <a:schemeClr val="accent4"/>
                </a:solidFill>
                <a:latin typeface="Courier New" panose="02070309020205020404" pitchFamily="49" charset="0"/>
              </a:rPr>
              <a:t>&lt;/title&gt;</a:t>
            </a:r>
          </a:p>
          <a:p>
            <a:r>
              <a:rPr lang="en-US" b="0" i="0" u="none" strike="noStrike" baseline="0" dirty="0">
                <a:solidFill>
                  <a:schemeClr val="accent4"/>
                </a:solidFill>
                <a:latin typeface="Courier New" panose="02070309020205020404" pitchFamily="49" charset="0"/>
              </a:rPr>
              <a:t>&lt;/head&gt;</a:t>
            </a:r>
          </a:p>
          <a:p>
            <a:r>
              <a:rPr lang="en-US" b="0" i="0" u="none" strike="noStrike" baseline="0" dirty="0">
                <a:solidFill>
                  <a:schemeClr val="accent4"/>
                </a:solidFill>
                <a:latin typeface="Courier New" panose="02070309020205020404" pitchFamily="49" charset="0"/>
              </a:rPr>
              <a:t>&lt;body&gt;</a:t>
            </a:r>
          </a:p>
          <a:p>
            <a:r>
              <a:rPr lang="en-US" b="0" i="0" u="none" strike="noStrike" baseline="0" dirty="0">
                <a:solidFill>
                  <a:schemeClr val="accent4"/>
                </a:solidFill>
                <a:latin typeface="Courier New" panose="02070309020205020404" pitchFamily="49" charset="0"/>
              </a:rPr>
              <a:t>    &lt;h2&gt;</a:t>
            </a:r>
            <a:r>
              <a:rPr lang="en-US" b="0" i="0" u="none" strike="noStrike" baseline="0" dirty="0" err="1">
                <a:solidFill>
                  <a:schemeClr val="accent4"/>
                </a:solidFill>
                <a:latin typeface="Courier New" panose="02070309020205020404" pitchFamily="49" charset="0"/>
              </a:rPr>
              <a:t>Ziyaretçi</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Defteri</a:t>
            </a:r>
            <a:r>
              <a:rPr lang="en-US" b="0" i="0" u="none" strike="noStrike" baseline="0" dirty="0">
                <a:solidFill>
                  <a:schemeClr val="accent4"/>
                </a:solidFill>
                <a:latin typeface="Courier New" panose="02070309020205020404" pitchFamily="49" charset="0"/>
              </a:rPr>
              <a:t>&lt;/h2&gt;</a:t>
            </a:r>
          </a:p>
          <a:p>
            <a:r>
              <a:rPr lang="en-US" b="0" i="0" u="none" strike="noStrike" baseline="0" dirty="0">
                <a:solidFill>
                  <a:schemeClr val="accent4"/>
                </a:solidFill>
                <a:latin typeface="Courier New" panose="02070309020205020404" pitchFamily="49" charset="0"/>
              </a:rPr>
              <a:t>    &lt;form method="post" action=""&gt;</a:t>
            </a:r>
          </a:p>
          <a:p>
            <a:r>
              <a:rPr lang="en-US" b="0" i="0" u="none" strike="noStrike" baseline="0" dirty="0">
                <a:solidFill>
                  <a:schemeClr val="accent4"/>
                </a:solidFill>
                <a:latin typeface="Courier New" panose="02070309020205020404" pitchFamily="49" charset="0"/>
              </a:rPr>
              <a:t>        &lt;label&gt;</a:t>
            </a:r>
            <a:r>
              <a:rPr lang="en-US" b="0" i="0" u="none" strike="noStrike" baseline="0" dirty="0" err="1">
                <a:solidFill>
                  <a:schemeClr val="accent4"/>
                </a:solidFill>
                <a:latin typeface="Courier New" panose="02070309020205020404" pitchFamily="49" charset="0"/>
              </a:rPr>
              <a:t>Adınız</a:t>
            </a:r>
            <a:r>
              <a:rPr lang="en-US" b="0" i="0" u="none" strike="noStrike" baseline="0" dirty="0">
                <a:solidFill>
                  <a:schemeClr val="accent4"/>
                </a:solidFill>
                <a:latin typeface="Courier New" panose="02070309020205020404" pitchFamily="49" charset="0"/>
              </a:rPr>
              <a:t>:&lt;/label&gt;&lt;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        &lt;input type="text" name="name" required&gt;&lt;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        &lt;label&gt;</a:t>
            </a:r>
            <a:r>
              <a:rPr lang="en-US" b="0" i="0" u="none" strike="noStrike" baseline="0" dirty="0" err="1">
                <a:solidFill>
                  <a:schemeClr val="accent4"/>
                </a:solidFill>
                <a:latin typeface="Courier New" panose="02070309020205020404" pitchFamily="49" charset="0"/>
              </a:rPr>
              <a:t>Mesajınız</a:t>
            </a:r>
            <a:r>
              <a:rPr lang="en-US" b="0" i="0" u="none" strike="noStrike" baseline="0" dirty="0">
                <a:solidFill>
                  <a:schemeClr val="accent4"/>
                </a:solidFill>
                <a:latin typeface="Courier New" panose="02070309020205020404" pitchFamily="49" charset="0"/>
              </a:rPr>
              <a:t>:&lt;/label&gt;&lt;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        &lt;</a:t>
            </a:r>
            <a:r>
              <a:rPr lang="en-US" b="0" i="0" u="none" strike="noStrike" baseline="0" dirty="0" err="1">
                <a:solidFill>
                  <a:schemeClr val="accent4"/>
                </a:solidFill>
                <a:latin typeface="Courier New" panose="02070309020205020404" pitchFamily="49" charset="0"/>
              </a:rPr>
              <a:t>textarea</a:t>
            </a:r>
            <a:r>
              <a:rPr lang="en-US" b="0" i="0" u="none" strike="noStrike" baseline="0" dirty="0">
                <a:solidFill>
                  <a:schemeClr val="accent4"/>
                </a:solidFill>
                <a:latin typeface="Courier New" panose="02070309020205020404" pitchFamily="49" charset="0"/>
              </a:rPr>
              <a:t> name="message" rows="4" cols="40" required&gt;&lt;/</a:t>
            </a:r>
            <a:r>
              <a:rPr lang="en-US" b="0" i="0" u="none" strike="noStrike" baseline="0" dirty="0" err="1">
                <a:solidFill>
                  <a:schemeClr val="accent4"/>
                </a:solidFill>
                <a:latin typeface="Courier New" panose="02070309020205020404" pitchFamily="49" charset="0"/>
              </a:rPr>
              <a:t>textarea</a:t>
            </a:r>
            <a:r>
              <a:rPr lang="en-US" b="0" i="0" u="none" strike="noStrike" baseline="0" dirty="0">
                <a:solidFill>
                  <a:schemeClr val="accent4"/>
                </a:solidFill>
                <a:latin typeface="Courier New" panose="02070309020205020404" pitchFamily="49" charset="0"/>
              </a:rPr>
              <a:t>&gt;&lt;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&gt;&lt;</a:t>
            </a:r>
            <a:r>
              <a:rPr lang="en-US" b="0" i="0" u="none" strike="noStrike" baseline="0" dirty="0" err="1">
                <a:solidFill>
                  <a:schemeClr val="accent4"/>
                </a:solidFill>
                <a:latin typeface="Courier New" panose="02070309020205020404" pitchFamily="49" charset="0"/>
              </a:rPr>
              <a:t>br</a:t>
            </a:r>
            <a:r>
              <a:rPr lang="en-US" b="0" i="0" u="none" strike="noStrike" baseline="0" dirty="0">
                <a:solidFill>
                  <a:schemeClr val="accent4"/>
                </a:solidFill>
                <a:latin typeface="Courier New" panose="02070309020205020404" pitchFamily="49" charset="0"/>
              </a:rPr>
              <a:t>&gt;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2644165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4" name="Metin kutusu 3">
            <a:extLst>
              <a:ext uri="{FF2B5EF4-FFF2-40B4-BE49-F238E27FC236}">
                <a16:creationId xmlns:a16="http://schemas.microsoft.com/office/drawing/2014/main" id="{681C4ED4-C784-49CE-89F6-19A7C9B7184E}"/>
              </a:ext>
            </a:extLst>
          </p:cNvPr>
          <p:cNvSpPr txBox="1"/>
          <p:nvPr/>
        </p:nvSpPr>
        <p:spPr>
          <a:xfrm>
            <a:off x="570449" y="914400"/>
            <a:ext cx="8305101" cy="2308324"/>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 &lt;input type="submit" value="</a:t>
            </a:r>
            <a:r>
              <a:rPr lang="en-US" b="0" i="0" u="none" strike="noStrike" baseline="0" dirty="0" err="1">
                <a:solidFill>
                  <a:schemeClr val="accent4"/>
                </a:solidFill>
                <a:latin typeface="Courier New" panose="02070309020205020404" pitchFamily="49" charset="0"/>
              </a:rPr>
              <a:t>Gönder</a:t>
            </a:r>
            <a:r>
              <a:rPr lang="en-US" b="0" i="0" u="none" strike="noStrike" baseline="0" dirty="0">
                <a:solidFill>
                  <a:schemeClr val="accent4"/>
                </a:solidFill>
                <a:latin typeface="Courier New" panose="02070309020205020404" pitchFamily="49" charset="0"/>
              </a:rPr>
              <a:t>"&gt;</a:t>
            </a:r>
          </a:p>
          <a:p>
            <a:r>
              <a:rPr lang="en-US" b="0" i="0" u="none" strike="noStrike" baseline="0" dirty="0">
                <a:solidFill>
                  <a:schemeClr val="accent4"/>
                </a:solidFill>
                <a:latin typeface="Courier New" panose="02070309020205020404" pitchFamily="49" charset="0"/>
              </a:rPr>
              <a:t>    &lt;/form&gt;</a:t>
            </a:r>
          </a:p>
          <a:p>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    &lt;</a:t>
            </a:r>
            <a:r>
              <a:rPr lang="en-US" b="0" i="0" u="none" strike="noStrike" baseline="0" dirty="0" err="1">
                <a:solidFill>
                  <a:schemeClr val="accent4"/>
                </a:solidFill>
                <a:latin typeface="Courier New" panose="02070309020205020404" pitchFamily="49" charset="0"/>
              </a:rPr>
              <a:t>hr</a:t>
            </a:r>
            <a:r>
              <a:rPr lang="en-US" b="0" i="0" u="none" strike="noStrike" baseline="0" dirty="0">
                <a:solidFill>
                  <a:schemeClr val="accent4"/>
                </a:solidFill>
                <a:latin typeface="Courier New" panose="02070309020205020404" pitchFamily="49" charset="0"/>
              </a:rPr>
              <a:t>&gt;</a:t>
            </a:r>
          </a:p>
          <a:p>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    &lt;h3&gt;</a:t>
            </a:r>
            <a:r>
              <a:rPr lang="en-US" b="0" i="0" u="none" strike="noStrike" baseline="0" dirty="0" err="1">
                <a:solidFill>
                  <a:schemeClr val="accent4"/>
                </a:solidFill>
                <a:latin typeface="Courier New" panose="02070309020205020404" pitchFamily="49" charset="0"/>
              </a:rPr>
              <a:t>Mesajlar</a:t>
            </a:r>
            <a:r>
              <a:rPr lang="en-US" b="0" i="0" u="none" strike="noStrike" baseline="0" dirty="0">
                <a:solidFill>
                  <a:schemeClr val="accent4"/>
                </a:solidFill>
                <a:latin typeface="Courier New" panose="02070309020205020404" pitchFamily="49" charset="0"/>
              </a:rPr>
              <a:t>:&lt;/h3&gt;</a:t>
            </a:r>
            <a:endParaRPr lang="tr-TR" b="0" i="0" u="none" strike="noStrike" baseline="0" dirty="0">
              <a:solidFill>
                <a:schemeClr val="accent4"/>
              </a:solidFill>
              <a:latin typeface="Courier New" panose="02070309020205020404" pitchFamily="49" charset="0"/>
            </a:endParaRPr>
          </a:p>
        </p:txBody>
      </p:sp>
    </p:spTree>
    <p:extLst>
      <p:ext uri="{BB962C8B-B14F-4D97-AF65-F5344CB8AC3E}">
        <p14:creationId xmlns:p14="http://schemas.microsoft.com/office/powerpoint/2010/main" val="1160197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4" name="Metin kutusu 3">
            <a:extLst>
              <a:ext uri="{FF2B5EF4-FFF2-40B4-BE49-F238E27FC236}">
                <a16:creationId xmlns:a16="http://schemas.microsoft.com/office/drawing/2014/main" id="{681C4ED4-C784-49CE-89F6-19A7C9B7184E}"/>
              </a:ext>
            </a:extLst>
          </p:cNvPr>
          <p:cNvSpPr txBox="1"/>
          <p:nvPr/>
        </p:nvSpPr>
        <p:spPr>
          <a:xfrm>
            <a:off x="570449" y="914400"/>
            <a:ext cx="8305101" cy="4524315"/>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&lt;?php</a:t>
            </a: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dosyaAdi</a:t>
            </a:r>
            <a:r>
              <a:rPr lang="en-US" b="0" i="0" u="none" strike="noStrike" baseline="0" dirty="0">
                <a:solidFill>
                  <a:schemeClr val="accent4"/>
                </a:solidFill>
                <a:latin typeface="Courier New" panose="02070309020205020404" pitchFamily="49" charset="0"/>
              </a:rPr>
              <a:t> = "mesajlar.txt";</a:t>
            </a:r>
          </a:p>
          <a:p>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    // Form </a:t>
            </a:r>
            <a:r>
              <a:rPr lang="en-US" b="0" i="0" u="none" strike="noStrike" baseline="0" dirty="0" err="1">
                <a:solidFill>
                  <a:schemeClr val="accent4"/>
                </a:solidFill>
                <a:latin typeface="Courier New" panose="02070309020205020404" pitchFamily="49" charset="0"/>
              </a:rPr>
              <a:t>gönderildiyse</a:t>
            </a:r>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    if ($_SERVER["REQUEST_METHOD"] === "POST") {</a:t>
            </a: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isim</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strip_tags</a:t>
            </a:r>
            <a:r>
              <a:rPr lang="en-US" b="0" i="0" u="none" strike="noStrike" baseline="0" dirty="0">
                <a:solidFill>
                  <a:schemeClr val="accent4"/>
                </a:solidFill>
                <a:latin typeface="Courier New" panose="02070309020205020404" pitchFamily="49" charset="0"/>
              </a:rPr>
              <a:t>($_POST["name"]);</a:t>
            </a: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mesaj</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strip_tags</a:t>
            </a:r>
            <a:r>
              <a:rPr lang="en-US" b="0" i="0" u="none" strike="noStrike" baseline="0" dirty="0">
                <a:solidFill>
                  <a:schemeClr val="accent4"/>
                </a:solidFill>
                <a:latin typeface="Courier New" panose="02070309020205020404" pitchFamily="49" charset="0"/>
              </a:rPr>
              <a:t>($_POST["message"]);</a:t>
            </a: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tarih</a:t>
            </a:r>
            <a:r>
              <a:rPr lang="en-US" b="0" i="0" u="none" strike="noStrike" baseline="0" dirty="0">
                <a:solidFill>
                  <a:schemeClr val="accent4"/>
                </a:solidFill>
                <a:latin typeface="Courier New" panose="02070309020205020404" pitchFamily="49" charset="0"/>
              </a:rPr>
              <a:t> = date("Y-m-d H:i:s");</a:t>
            </a:r>
          </a:p>
          <a:p>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veri</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tarih</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isim</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mesaj</a:t>
            </a:r>
            <a:r>
              <a:rPr lang="en-US" b="0" i="0" u="none" strike="noStrike" baseline="0" dirty="0">
                <a:solidFill>
                  <a:schemeClr val="accent4"/>
                </a:solidFill>
                <a:latin typeface="Courier New" panose="02070309020205020404" pitchFamily="49" charset="0"/>
              </a:rPr>
              <a:t>\n";</a:t>
            </a:r>
          </a:p>
        </p:txBody>
      </p:sp>
    </p:spTree>
    <p:extLst>
      <p:ext uri="{BB962C8B-B14F-4D97-AF65-F5344CB8AC3E}">
        <p14:creationId xmlns:p14="http://schemas.microsoft.com/office/powerpoint/2010/main" val="2228588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4" name="Metin kutusu 3">
            <a:extLst>
              <a:ext uri="{FF2B5EF4-FFF2-40B4-BE49-F238E27FC236}">
                <a16:creationId xmlns:a16="http://schemas.microsoft.com/office/drawing/2014/main" id="{681C4ED4-C784-49CE-89F6-19A7C9B7184E}"/>
              </a:ext>
            </a:extLst>
          </p:cNvPr>
          <p:cNvSpPr txBox="1"/>
          <p:nvPr/>
        </p:nvSpPr>
        <p:spPr>
          <a:xfrm>
            <a:off x="570449" y="914400"/>
            <a:ext cx="8305101" cy="4893647"/>
          </a:xfrm>
          <a:prstGeom prst="rect">
            <a:avLst/>
          </a:prstGeom>
          <a:solidFill>
            <a:schemeClr val="accent1"/>
          </a:solidFill>
        </p:spPr>
        <p:txBody>
          <a:bodyPr wrap="square" rtlCol="0">
            <a:spAutoFit/>
          </a:bodyPr>
          <a:lstStyle/>
          <a:p>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Dosyayı</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aç</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ve</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mesajı</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yaz</a:t>
            </a:r>
            <a:endParaRPr lang="en-US" b="0" i="0" u="none" strike="noStrike" baseline="0" dirty="0">
              <a:solidFill>
                <a:schemeClr val="accent4"/>
              </a:solidFill>
              <a:latin typeface="Courier New" panose="02070309020205020404" pitchFamily="49" charset="0"/>
            </a:endParaRP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dosya</a:t>
            </a:r>
            <a:r>
              <a:rPr lang="en-US" b="0" i="0" u="none" strike="noStrike" baseline="0" dirty="0">
                <a:solidFill>
                  <a:schemeClr val="accent4"/>
                </a:solidFill>
                <a:latin typeface="Courier New" panose="02070309020205020404" pitchFamily="49" charset="0"/>
              </a:rPr>
              <a:t> = </a:t>
            </a:r>
            <a:r>
              <a:rPr lang="en-US" b="0" i="0" u="none" strike="noStrike" baseline="0" dirty="0" err="1">
                <a:solidFill>
                  <a:schemeClr val="accent4"/>
                </a:solidFill>
                <a:latin typeface="Courier New" panose="02070309020205020404" pitchFamily="49" charset="0"/>
              </a:rPr>
              <a:t>fopen</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dosyaAdi</a:t>
            </a:r>
            <a:r>
              <a:rPr lang="en-US" b="0" i="0" u="none" strike="noStrike" baseline="0" dirty="0">
                <a:solidFill>
                  <a:schemeClr val="accent4"/>
                </a:solidFill>
                <a:latin typeface="Courier New" panose="02070309020205020404" pitchFamily="49" charset="0"/>
              </a:rPr>
              <a:t>, "a"); // 'a' append mod</a:t>
            </a:r>
          </a:p>
          <a:p>
            <a:r>
              <a:rPr lang="en-US" b="0" i="0" u="none" strike="noStrike" baseline="0" dirty="0">
                <a:solidFill>
                  <a:schemeClr val="accent4"/>
                </a:solidFill>
                <a:latin typeface="Courier New" panose="02070309020205020404" pitchFamily="49" charset="0"/>
              </a:rPr>
              <a:t>        if ($</a:t>
            </a:r>
            <a:r>
              <a:rPr lang="en-US" b="0" i="0" u="none" strike="noStrike" baseline="0" dirty="0" err="1">
                <a:solidFill>
                  <a:schemeClr val="accent4"/>
                </a:solidFill>
                <a:latin typeface="Courier New" panose="02070309020205020404" pitchFamily="49" charset="0"/>
              </a:rPr>
              <a:t>dosya</a:t>
            </a:r>
            <a:r>
              <a:rPr lang="en-US" b="0" i="0" u="none" strike="noStrike" baseline="0" dirty="0">
                <a:solidFill>
                  <a:schemeClr val="accent4"/>
                </a:solidFill>
                <a:latin typeface="Courier New" panose="02070309020205020404" pitchFamily="49" charset="0"/>
              </a:rPr>
              <a:t>) {</a:t>
            </a: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fwrite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dosya</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veri</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fclose</a:t>
            </a:r>
            <a:r>
              <a:rPr lang="en-US" b="0" i="0" u="none" strike="noStrike" baseline="0" dirty="0">
                <a:solidFill>
                  <a:schemeClr val="accent4"/>
                </a:solidFill>
                <a:latin typeface="Courier New" panose="02070309020205020404" pitchFamily="49" charset="0"/>
              </a:rPr>
              <a:t>($</a:t>
            </a:r>
            <a:r>
              <a:rPr lang="en-US" b="0" i="0" u="none" strike="noStrike" baseline="0" dirty="0" err="1">
                <a:solidFill>
                  <a:schemeClr val="accent4"/>
                </a:solidFill>
                <a:latin typeface="Courier New" panose="02070309020205020404" pitchFamily="49" charset="0"/>
              </a:rPr>
              <a:t>dosya</a:t>
            </a:r>
            <a:r>
              <a:rPr lang="en-US" b="0" i="0" u="none" strike="noStrike" baseline="0" dirty="0">
                <a:solidFill>
                  <a:schemeClr val="accent4"/>
                </a:solidFill>
                <a:latin typeface="Courier New" panose="02070309020205020404" pitchFamily="49" charset="0"/>
              </a:rPr>
              <a:t>);</a:t>
            </a:r>
          </a:p>
          <a:p>
            <a:r>
              <a:rPr lang="en-US" b="0" i="0" u="none" strike="noStrike" baseline="0" dirty="0">
                <a:solidFill>
                  <a:schemeClr val="accent4"/>
                </a:solidFill>
                <a:latin typeface="Courier New" panose="02070309020205020404" pitchFamily="49" charset="0"/>
              </a:rPr>
              <a:t>            echo "&lt;p&gt;&lt;strong&gt;</a:t>
            </a:r>
            <a:r>
              <a:rPr lang="en-US" b="0" i="0" u="none" strike="noStrike" baseline="0" dirty="0" err="1">
                <a:solidFill>
                  <a:schemeClr val="accent4"/>
                </a:solidFill>
                <a:latin typeface="Courier New" panose="02070309020205020404" pitchFamily="49" charset="0"/>
              </a:rPr>
              <a:t>Mesajınız</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kaydedildi</a:t>
            </a:r>
            <a:r>
              <a:rPr lang="en-US" b="0" i="0" u="none" strike="noStrike" baseline="0" dirty="0">
                <a:solidFill>
                  <a:schemeClr val="accent4"/>
                </a:solidFill>
                <a:latin typeface="Courier New" panose="02070309020205020404" pitchFamily="49" charset="0"/>
              </a:rPr>
              <a:t>!&lt;/strong&gt;&lt;/p&gt;";</a:t>
            </a:r>
          </a:p>
          <a:p>
            <a:r>
              <a:rPr lang="en-US" b="0" i="0" u="none" strike="noStrike" baseline="0" dirty="0">
                <a:solidFill>
                  <a:schemeClr val="accent4"/>
                </a:solidFill>
                <a:latin typeface="Courier New" panose="02070309020205020404" pitchFamily="49" charset="0"/>
              </a:rPr>
              <a:t>        } else {</a:t>
            </a:r>
          </a:p>
          <a:p>
            <a:r>
              <a:rPr lang="en-US" b="0" i="0" u="none" strike="noStrike" baseline="0" dirty="0">
                <a:solidFill>
                  <a:schemeClr val="accent4"/>
                </a:solidFill>
                <a:latin typeface="Courier New" panose="02070309020205020404" pitchFamily="49" charset="0"/>
              </a:rPr>
              <a:t>            echo "&lt;p style='</a:t>
            </a:r>
            <a:r>
              <a:rPr lang="en-US" b="0" i="0" u="none" strike="noStrike" baseline="0" dirty="0" err="1">
                <a:solidFill>
                  <a:schemeClr val="accent4"/>
                </a:solidFill>
                <a:latin typeface="Courier New" panose="02070309020205020404" pitchFamily="49" charset="0"/>
              </a:rPr>
              <a:t>color:red</a:t>
            </a:r>
            <a:r>
              <a:rPr lang="en-US" b="0" i="0" u="none" strike="noStrike" baseline="0" dirty="0">
                <a:solidFill>
                  <a:schemeClr val="accent4"/>
                </a:solidFill>
                <a:latin typeface="Courier New" panose="02070309020205020404" pitchFamily="49" charset="0"/>
              </a:rPr>
              <a:t>;'&gt;</a:t>
            </a:r>
            <a:r>
              <a:rPr lang="en-US" b="0" i="0" u="none" strike="noStrike" baseline="0" dirty="0" err="1">
                <a:solidFill>
                  <a:schemeClr val="accent4"/>
                </a:solidFill>
                <a:latin typeface="Courier New" panose="02070309020205020404" pitchFamily="49" charset="0"/>
              </a:rPr>
              <a:t>Dosya</a:t>
            </a:r>
            <a:r>
              <a:rPr lang="en-US" b="0" i="0" u="none" strike="noStrike" baseline="0" dirty="0">
                <a:solidFill>
                  <a:schemeClr val="accent4"/>
                </a:solidFill>
                <a:latin typeface="Courier New" panose="02070309020205020404" pitchFamily="49" charset="0"/>
              </a:rPr>
              <a:t> </a:t>
            </a:r>
            <a:r>
              <a:rPr lang="en-US" b="0" i="0" u="none" strike="noStrike" baseline="0" dirty="0" err="1">
                <a:solidFill>
                  <a:schemeClr val="accent4"/>
                </a:solidFill>
                <a:latin typeface="Courier New" panose="02070309020205020404" pitchFamily="49" charset="0"/>
              </a:rPr>
              <a:t>yazılamadı</a:t>
            </a:r>
            <a:r>
              <a:rPr lang="en-US" b="0" i="0" u="none" strike="noStrike" baseline="0" dirty="0">
                <a:solidFill>
                  <a:schemeClr val="accent4"/>
                </a:solidFill>
                <a:latin typeface="Courier New" panose="02070309020205020404" pitchFamily="49" charset="0"/>
              </a:rPr>
              <a:t>!&lt;/p&gt;";</a:t>
            </a:r>
          </a:p>
          <a:p>
            <a:r>
              <a:rPr lang="en-US" b="0" i="0" u="none" strike="noStrike" baseline="0" dirty="0">
                <a:solidFill>
                  <a:schemeClr val="accent4"/>
                </a:solidFill>
                <a:latin typeface="Courier New" panose="02070309020205020404" pitchFamily="49" charset="0"/>
              </a:rPr>
              <a:t>        }</a:t>
            </a:r>
          </a:p>
          <a:p>
            <a:r>
              <a:rPr lang="en-US" b="0" i="0" u="none" strike="noStrike" baseline="0" dirty="0">
                <a:solidFill>
                  <a:schemeClr val="accent4"/>
                </a:solidFill>
                <a:latin typeface="Courier New" panose="02070309020205020404" pitchFamily="49" charset="0"/>
              </a:rPr>
              <a:t>    }</a:t>
            </a:r>
          </a:p>
        </p:txBody>
      </p:sp>
    </p:spTree>
    <p:extLst>
      <p:ext uri="{BB962C8B-B14F-4D97-AF65-F5344CB8AC3E}">
        <p14:creationId xmlns:p14="http://schemas.microsoft.com/office/powerpoint/2010/main" val="158797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0" y="2540"/>
            <a:ext cx="9144000" cy="800100"/>
          </a:xfrm>
        </p:spPr>
        <p:txBody>
          <a:bodyPr/>
          <a:lstStyle/>
          <a:p>
            <a:r>
              <a:rPr lang="tr-TR" sz="3200" dirty="0"/>
              <a:t>Örnek</a:t>
            </a:r>
            <a:endParaRPr lang="en-US" sz="3200" dirty="0"/>
          </a:p>
        </p:txBody>
      </p:sp>
      <p:sp>
        <p:nvSpPr>
          <p:cNvPr id="4" name="Metin kutusu 3">
            <a:extLst>
              <a:ext uri="{FF2B5EF4-FFF2-40B4-BE49-F238E27FC236}">
                <a16:creationId xmlns:a16="http://schemas.microsoft.com/office/drawing/2014/main" id="{681C4ED4-C784-49CE-89F6-19A7C9B7184E}"/>
              </a:ext>
            </a:extLst>
          </p:cNvPr>
          <p:cNvSpPr txBox="1"/>
          <p:nvPr/>
        </p:nvSpPr>
        <p:spPr>
          <a:xfrm>
            <a:off x="570449" y="914400"/>
            <a:ext cx="8305101" cy="5509200"/>
          </a:xfrm>
          <a:prstGeom prst="rect">
            <a:avLst/>
          </a:prstGeom>
          <a:solidFill>
            <a:schemeClr val="accent1"/>
          </a:solidFill>
        </p:spPr>
        <p:txBody>
          <a:bodyPr wrap="square" rtlCol="0">
            <a:spAutoFit/>
          </a:bodyPr>
          <a:lstStyle/>
          <a:p>
            <a:r>
              <a:rPr lang="en-US" sz="2000" b="0" i="0" u="none" strike="noStrike" baseline="0" dirty="0">
                <a:solidFill>
                  <a:schemeClr val="accent4"/>
                </a:solidFill>
                <a:latin typeface="Courier New" panose="02070309020205020404" pitchFamily="49" charset="0"/>
              </a:rPr>
              <a:t>if (</a:t>
            </a:r>
            <a:r>
              <a:rPr lang="en-US" sz="2000" b="0" i="0" u="none" strike="noStrike" baseline="0" dirty="0" err="1">
                <a:solidFill>
                  <a:schemeClr val="accent4"/>
                </a:solidFill>
                <a:latin typeface="Courier New" panose="02070309020205020404" pitchFamily="49" charset="0"/>
              </a:rPr>
              <a:t>file_exists</a:t>
            </a:r>
            <a:r>
              <a:rPr lang="en-US" sz="2000" b="0" i="0" u="none" strike="noStrike" baseline="0" dirty="0">
                <a:solidFill>
                  <a:schemeClr val="accent4"/>
                </a:solidFill>
                <a:latin typeface="Courier New" panose="02070309020205020404" pitchFamily="49" charset="0"/>
              </a:rPr>
              <a:t>($</a:t>
            </a:r>
            <a:r>
              <a:rPr lang="en-US" sz="2000" b="0" i="0" u="none" strike="noStrike" baseline="0" dirty="0" err="1">
                <a:solidFill>
                  <a:schemeClr val="accent4"/>
                </a:solidFill>
                <a:latin typeface="Courier New" panose="02070309020205020404" pitchFamily="49" charset="0"/>
              </a:rPr>
              <a:t>dosyaAdi</a:t>
            </a:r>
            <a:r>
              <a:rPr lang="en-US" sz="2000" b="0" i="0" u="none" strike="noStrike" baseline="0" dirty="0">
                <a:solidFill>
                  <a:schemeClr val="accent4"/>
                </a:solidFill>
                <a:latin typeface="Courier New" panose="02070309020205020404" pitchFamily="49" charset="0"/>
              </a:rPr>
              <a:t>)) {</a:t>
            </a:r>
          </a:p>
          <a:p>
            <a:r>
              <a:rPr lang="en-US" sz="2000" b="0" i="0" u="none" strike="noStrike" baseline="0" dirty="0">
                <a:solidFill>
                  <a:schemeClr val="accent4"/>
                </a:solidFill>
                <a:latin typeface="Courier New" panose="02070309020205020404" pitchFamily="49" charset="0"/>
              </a:rPr>
              <a:t>        $</a:t>
            </a:r>
            <a:r>
              <a:rPr lang="en-US" sz="2000" b="0" i="0" u="none" strike="noStrike" baseline="0" dirty="0" err="1">
                <a:solidFill>
                  <a:schemeClr val="accent4"/>
                </a:solidFill>
                <a:latin typeface="Courier New" panose="02070309020205020404" pitchFamily="49" charset="0"/>
              </a:rPr>
              <a:t>dosya</a:t>
            </a:r>
            <a:r>
              <a:rPr lang="en-US" sz="2000" b="0" i="0" u="none" strike="noStrike" baseline="0" dirty="0">
                <a:solidFill>
                  <a:schemeClr val="accent4"/>
                </a:solidFill>
                <a:latin typeface="Courier New" panose="02070309020205020404" pitchFamily="49" charset="0"/>
              </a:rPr>
              <a:t> = </a:t>
            </a:r>
            <a:r>
              <a:rPr lang="en-US" sz="2000" b="0" i="0" u="none" strike="noStrike" baseline="0" dirty="0" err="1">
                <a:solidFill>
                  <a:schemeClr val="accent4"/>
                </a:solidFill>
                <a:latin typeface="Courier New" panose="02070309020205020404" pitchFamily="49" charset="0"/>
              </a:rPr>
              <a:t>fopen</a:t>
            </a:r>
            <a:r>
              <a:rPr lang="en-US" sz="2000" b="0" i="0" u="none" strike="noStrike" baseline="0" dirty="0">
                <a:solidFill>
                  <a:schemeClr val="accent4"/>
                </a:solidFill>
                <a:latin typeface="Courier New" panose="02070309020205020404" pitchFamily="49" charset="0"/>
              </a:rPr>
              <a:t>($</a:t>
            </a:r>
            <a:r>
              <a:rPr lang="en-US" sz="2000" b="0" i="0" u="none" strike="noStrike" baseline="0" dirty="0" err="1">
                <a:solidFill>
                  <a:schemeClr val="accent4"/>
                </a:solidFill>
                <a:latin typeface="Courier New" panose="02070309020205020404" pitchFamily="49" charset="0"/>
              </a:rPr>
              <a:t>dosyaAdi</a:t>
            </a:r>
            <a:r>
              <a:rPr lang="en-US" sz="2000" b="0" i="0" u="none" strike="noStrike" baseline="0" dirty="0">
                <a:solidFill>
                  <a:schemeClr val="accent4"/>
                </a:solidFill>
                <a:latin typeface="Courier New" panose="02070309020205020404" pitchFamily="49" charset="0"/>
              </a:rPr>
              <a:t>, "r");</a:t>
            </a:r>
          </a:p>
          <a:p>
            <a:r>
              <a:rPr lang="en-US" sz="2000" b="0" i="0" u="none" strike="noStrike" baseline="0" dirty="0">
                <a:solidFill>
                  <a:schemeClr val="accent4"/>
                </a:solidFill>
                <a:latin typeface="Courier New" panose="02070309020205020404" pitchFamily="49" charset="0"/>
              </a:rPr>
              <a:t>        if ($</a:t>
            </a:r>
            <a:r>
              <a:rPr lang="en-US" sz="2000" b="0" i="0" u="none" strike="noStrike" baseline="0" dirty="0" err="1">
                <a:solidFill>
                  <a:schemeClr val="accent4"/>
                </a:solidFill>
                <a:latin typeface="Courier New" panose="02070309020205020404" pitchFamily="49" charset="0"/>
              </a:rPr>
              <a:t>dosya</a:t>
            </a:r>
            <a:r>
              <a:rPr lang="en-US" sz="2000" b="0" i="0" u="none" strike="noStrike" baseline="0" dirty="0">
                <a:solidFill>
                  <a:schemeClr val="accent4"/>
                </a:solidFill>
                <a:latin typeface="Courier New" panose="02070309020205020404" pitchFamily="49" charset="0"/>
              </a:rPr>
              <a:t>) {</a:t>
            </a:r>
          </a:p>
          <a:p>
            <a:r>
              <a:rPr lang="en-US" sz="2000" b="0" i="0" u="none" strike="noStrike" baseline="0" dirty="0">
                <a:solidFill>
                  <a:schemeClr val="accent4"/>
                </a:solidFill>
                <a:latin typeface="Courier New" panose="02070309020205020404" pitchFamily="49" charset="0"/>
              </a:rPr>
              <a:t>            while (!</a:t>
            </a:r>
            <a:r>
              <a:rPr lang="en-US" sz="2000" b="0" i="0" u="none" strike="noStrike" baseline="0" dirty="0" err="1">
                <a:solidFill>
                  <a:schemeClr val="accent4"/>
                </a:solidFill>
                <a:latin typeface="Courier New" panose="02070309020205020404" pitchFamily="49" charset="0"/>
              </a:rPr>
              <a:t>feof</a:t>
            </a:r>
            <a:r>
              <a:rPr lang="en-US" sz="2000" b="0" i="0" u="none" strike="noStrike" baseline="0" dirty="0">
                <a:solidFill>
                  <a:schemeClr val="accent4"/>
                </a:solidFill>
                <a:latin typeface="Courier New" panose="02070309020205020404" pitchFamily="49" charset="0"/>
              </a:rPr>
              <a:t>($</a:t>
            </a:r>
            <a:r>
              <a:rPr lang="en-US" sz="2000" b="0" i="0" u="none" strike="noStrike" baseline="0" dirty="0" err="1">
                <a:solidFill>
                  <a:schemeClr val="accent4"/>
                </a:solidFill>
                <a:latin typeface="Courier New" panose="02070309020205020404" pitchFamily="49" charset="0"/>
              </a:rPr>
              <a:t>dosya</a:t>
            </a:r>
            <a:r>
              <a:rPr lang="en-US" sz="2000" b="0" i="0" u="none" strike="noStrike" baseline="0" dirty="0">
                <a:solidFill>
                  <a:schemeClr val="accent4"/>
                </a:solidFill>
                <a:latin typeface="Courier New" panose="02070309020205020404" pitchFamily="49" charset="0"/>
              </a:rPr>
              <a:t>)) {</a:t>
            </a:r>
          </a:p>
          <a:p>
            <a:r>
              <a:rPr lang="en-US" sz="2000" b="0" i="0" u="none" strike="noStrike" baseline="0" dirty="0">
                <a:solidFill>
                  <a:schemeClr val="accent4"/>
                </a:solidFill>
                <a:latin typeface="Courier New" panose="02070309020205020404" pitchFamily="49" charset="0"/>
              </a:rPr>
              <a:t>                $</a:t>
            </a:r>
            <a:r>
              <a:rPr lang="en-US" sz="2000" b="0" i="0" u="none" strike="noStrike" baseline="0" dirty="0" err="1">
                <a:solidFill>
                  <a:schemeClr val="accent4"/>
                </a:solidFill>
                <a:latin typeface="Courier New" panose="02070309020205020404" pitchFamily="49" charset="0"/>
              </a:rPr>
              <a:t>satir</a:t>
            </a:r>
            <a:r>
              <a:rPr lang="en-US" sz="2000" b="0" i="0" u="none" strike="noStrike" baseline="0" dirty="0">
                <a:solidFill>
                  <a:schemeClr val="accent4"/>
                </a:solidFill>
                <a:latin typeface="Courier New" panose="02070309020205020404" pitchFamily="49" charset="0"/>
              </a:rPr>
              <a:t> = </a:t>
            </a:r>
            <a:r>
              <a:rPr lang="en-US" sz="2000" b="0" i="0" u="none" strike="noStrike" baseline="0" dirty="0" err="1">
                <a:solidFill>
                  <a:schemeClr val="accent4"/>
                </a:solidFill>
                <a:latin typeface="Courier New" panose="02070309020205020404" pitchFamily="49" charset="0"/>
              </a:rPr>
              <a:t>fgets</a:t>
            </a:r>
            <a:r>
              <a:rPr lang="en-US" sz="2000" b="0" i="0" u="none" strike="noStrike" baseline="0" dirty="0">
                <a:solidFill>
                  <a:schemeClr val="accent4"/>
                </a:solidFill>
                <a:latin typeface="Courier New" panose="02070309020205020404" pitchFamily="49" charset="0"/>
              </a:rPr>
              <a:t>($</a:t>
            </a:r>
            <a:r>
              <a:rPr lang="en-US" sz="2000" b="0" i="0" u="none" strike="noStrike" baseline="0" dirty="0" err="1">
                <a:solidFill>
                  <a:schemeClr val="accent4"/>
                </a:solidFill>
                <a:latin typeface="Courier New" panose="02070309020205020404" pitchFamily="49" charset="0"/>
              </a:rPr>
              <a:t>dosya</a:t>
            </a:r>
            <a:r>
              <a:rPr lang="en-US" sz="2000" b="0" i="0" u="none" strike="noStrike" baseline="0" dirty="0">
                <a:solidFill>
                  <a:schemeClr val="accent4"/>
                </a:solidFill>
                <a:latin typeface="Courier New" panose="02070309020205020404" pitchFamily="49" charset="0"/>
              </a:rPr>
              <a:t>);</a:t>
            </a:r>
          </a:p>
          <a:p>
            <a:r>
              <a:rPr lang="en-US" sz="2000" b="0" i="0" u="none" strike="noStrike" baseline="0" dirty="0">
                <a:solidFill>
                  <a:schemeClr val="accent4"/>
                </a:solidFill>
                <a:latin typeface="Courier New" panose="02070309020205020404" pitchFamily="49" charset="0"/>
              </a:rPr>
              <a:t>                echo nl2br(</a:t>
            </a:r>
            <a:r>
              <a:rPr lang="en-US" sz="2000" b="0" i="0" u="none" strike="noStrike" baseline="0" dirty="0" err="1">
                <a:solidFill>
                  <a:schemeClr val="accent4"/>
                </a:solidFill>
                <a:latin typeface="Courier New" panose="02070309020205020404" pitchFamily="49" charset="0"/>
              </a:rPr>
              <a:t>htmlspecialchars</a:t>
            </a:r>
            <a:r>
              <a:rPr lang="en-US" sz="2000" b="0" i="0" u="none" strike="noStrike" baseline="0" dirty="0">
                <a:solidFill>
                  <a:schemeClr val="accent4"/>
                </a:solidFill>
                <a:latin typeface="Courier New" panose="02070309020205020404" pitchFamily="49" charset="0"/>
              </a:rPr>
              <a:t>($</a:t>
            </a:r>
            <a:r>
              <a:rPr lang="en-US" sz="2000" b="0" i="0" u="none" strike="noStrike" baseline="0" dirty="0" err="1">
                <a:solidFill>
                  <a:schemeClr val="accent4"/>
                </a:solidFill>
                <a:latin typeface="Courier New" panose="02070309020205020404" pitchFamily="49" charset="0"/>
              </a:rPr>
              <a:t>satir</a:t>
            </a:r>
            <a:r>
              <a:rPr lang="en-US" sz="2000" b="0" i="0" u="none" strike="noStrike" baseline="0" dirty="0">
                <a:solidFill>
                  <a:schemeClr val="accent4"/>
                </a:solidFill>
                <a:latin typeface="Courier New" panose="02070309020205020404" pitchFamily="49" charset="0"/>
              </a:rPr>
              <a:t>));</a:t>
            </a:r>
          </a:p>
          <a:p>
            <a:r>
              <a:rPr lang="en-US" sz="2000" b="0" i="0" u="none" strike="noStrike" baseline="0" dirty="0">
                <a:solidFill>
                  <a:schemeClr val="accent4"/>
                </a:solidFill>
                <a:latin typeface="Courier New" panose="02070309020205020404" pitchFamily="49" charset="0"/>
              </a:rPr>
              <a:t>            }</a:t>
            </a:r>
          </a:p>
          <a:p>
            <a:r>
              <a:rPr lang="en-US" sz="2000" b="0" i="0" u="none" strike="noStrike" baseline="0" dirty="0">
                <a:solidFill>
                  <a:schemeClr val="accent4"/>
                </a:solidFill>
                <a:latin typeface="Courier New" panose="02070309020205020404" pitchFamily="49" charset="0"/>
              </a:rPr>
              <a:t>            </a:t>
            </a:r>
            <a:r>
              <a:rPr lang="en-US" sz="2000" b="0" i="0" u="none" strike="noStrike" baseline="0" dirty="0" err="1">
                <a:solidFill>
                  <a:schemeClr val="accent4"/>
                </a:solidFill>
                <a:latin typeface="Courier New" panose="02070309020205020404" pitchFamily="49" charset="0"/>
              </a:rPr>
              <a:t>fclose</a:t>
            </a:r>
            <a:r>
              <a:rPr lang="en-US" sz="2000" b="0" i="0" u="none" strike="noStrike" baseline="0" dirty="0">
                <a:solidFill>
                  <a:schemeClr val="accent4"/>
                </a:solidFill>
                <a:latin typeface="Courier New" panose="02070309020205020404" pitchFamily="49" charset="0"/>
              </a:rPr>
              <a:t>($</a:t>
            </a:r>
            <a:r>
              <a:rPr lang="en-US" sz="2000" b="0" i="0" u="none" strike="noStrike" baseline="0" dirty="0" err="1">
                <a:solidFill>
                  <a:schemeClr val="accent4"/>
                </a:solidFill>
                <a:latin typeface="Courier New" panose="02070309020205020404" pitchFamily="49" charset="0"/>
              </a:rPr>
              <a:t>dosya</a:t>
            </a:r>
            <a:r>
              <a:rPr lang="en-US" sz="2000" b="0" i="0" u="none" strike="noStrike" baseline="0" dirty="0">
                <a:solidFill>
                  <a:schemeClr val="accent4"/>
                </a:solidFill>
                <a:latin typeface="Courier New" panose="02070309020205020404" pitchFamily="49" charset="0"/>
              </a:rPr>
              <a:t>);</a:t>
            </a:r>
          </a:p>
          <a:p>
            <a:r>
              <a:rPr lang="en-US" sz="2000" b="0" i="0" u="none" strike="noStrike" baseline="0" dirty="0">
                <a:solidFill>
                  <a:schemeClr val="accent4"/>
                </a:solidFill>
                <a:latin typeface="Courier New" panose="02070309020205020404" pitchFamily="49" charset="0"/>
              </a:rPr>
              <a:t>        } else {</a:t>
            </a:r>
          </a:p>
          <a:p>
            <a:r>
              <a:rPr lang="en-US" sz="2000" b="0" i="0" u="none" strike="noStrike" baseline="0" dirty="0">
                <a:solidFill>
                  <a:schemeClr val="accent4"/>
                </a:solidFill>
                <a:latin typeface="Courier New" panose="02070309020205020404" pitchFamily="49" charset="0"/>
              </a:rPr>
              <a:t>            echo "</a:t>
            </a:r>
            <a:r>
              <a:rPr lang="en-US" sz="2000" b="0" i="0" u="none" strike="noStrike" baseline="0" dirty="0" err="1">
                <a:solidFill>
                  <a:schemeClr val="accent4"/>
                </a:solidFill>
                <a:latin typeface="Courier New" panose="02070309020205020404" pitchFamily="49" charset="0"/>
              </a:rPr>
              <a:t>Mesajlar</a:t>
            </a:r>
            <a:r>
              <a:rPr lang="en-US" sz="2000" b="0" i="0" u="none" strike="noStrike" baseline="0" dirty="0">
                <a:solidFill>
                  <a:schemeClr val="accent4"/>
                </a:solidFill>
                <a:latin typeface="Courier New" panose="02070309020205020404" pitchFamily="49" charset="0"/>
              </a:rPr>
              <a:t> </a:t>
            </a:r>
            <a:r>
              <a:rPr lang="en-US" sz="2000" b="0" i="0" u="none" strike="noStrike" baseline="0" dirty="0" err="1">
                <a:solidFill>
                  <a:schemeClr val="accent4"/>
                </a:solidFill>
                <a:latin typeface="Courier New" panose="02070309020205020404" pitchFamily="49" charset="0"/>
              </a:rPr>
              <a:t>okunamadı</a:t>
            </a:r>
            <a:r>
              <a:rPr lang="en-US" sz="2000" b="0" i="0" u="none" strike="noStrike" baseline="0" dirty="0">
                <a:solidFill>
                  <a:schemeClr val="accent4"/>
                </a:solidFill>
                <a:latin typeface="Courier New" panose="02070309020205020404" pitchFamily="49" charset="0"/>
              </a:rPr>
              <a:t>.";</a:t>
            </a:r>
          </a:p>
          <a:p>
            <a:r>
              <a:rPr lang="en-US" sz="2000" b="0" i="0" u="none" strike="noStrike" baseline="0" dirty="0">
                <a:solidFill>
                  <a:schemeClr val="accent4"/>
                </a:solidFill>
                <a:latin typeface="Courier New" panose="02070309020205020404" pitchFamily="49" charset="0"/>
              </a:rPr>
              <a:t>        }</a:t>
            </a:r>
          </a:p>
          <a:p>
            <a:r>
              <a:rPr lang="en-US" sz="2000" b="0" i="0" u="none" strike="noStrike" baseline="0" dirty="0">
                <a:solidFill>
                  <a:schemeClr val="accent4"/>
                </a:solidFill>
                <a:latin typeface="Courier New" panose="02070309020205020404" pitchFamily="49" charset="0"/>
              </a:rPr>
              <a:t>    } else {</a:t>
            </a:r>
          </a:p>
          <a:p>
            <a:r>
              <a:rPr lang="en-US" sz="2000" b="0" i="0" u="none" strike="noStrike" baseline="0" dirty="0">
                <a:solidFill>
                  <a:schemeClr val="accent4"/>
                </a:solidFill>
                <a:latin typeface="Courier New" panose="02070309020205020404" pitchFamily="49" charset="0"/>
              </a:rPr>
              <a:t>        echo "</a:t>
            </a:r>
            <a:r>
              <a:rPr lang="en-US" sz="2000" b="0" i="0" u="none" strike="noStrike" baseline="0" dirty="0" err="1">
                <a:solidFill>
                  <a:schemeClr val="accent4"/>
                </a:solidFill>
                <a:latin typeface="Courier New" panose="02070309020205020404" pitchFamily="49" charset="0"/>
              </a:rPr>
              <a:t>Henüz</a:t>
            </a:r>
            <a:r>
              <a:rPr lang="en-US" sz="2000" b="0" i="0" u="none" strike="noStrike" baseline="0" dirty="0">
                <a:solidFill>
                  <a:schemeClr val="accent4"/>
                </a:solidFill>
                <a:latin typeface="Courier New" panose="02070309020205020404" pitchFamily="49" charset="0"/>
              </a:rPr>
              <a:t> </a:t>
            </a:r>
            <a:r>
              <a:rPr lang="en-US" sz="2000" b="0" i="0" u="none" strike="noStrike" baseline="0" dirty="0" err="1">
                <a:solidFill>
                  <a:schemeClr val="accent4"/>
                </a:solidFill>
                <a:latin typeface="Courier New" panose="02070309020205020404" pitchFamily="49" charset="0"/>
              </a:rPr>
              <a:t>mesaj</a:t>
            </a:r>
            <a:r>
              <a:rPr lang="en-US" sz="2000" b="0" i="0" u="none" strike="noStrike" baseline="0" dirty="0">
                <a:solidFill>
                  <a:schemeClr val="accent4"/>
                </a:solidFill>
                <a:latin typeface="Courier New" panose="02070309020205020404" pitchFamily="49" charset="0"/>
              </a:rPr>
              <a:t> yok.";</a:t>
            </a:r>
          </a:p>
          <a:p>
            <a:r>
              <a:rPr lang="en-US" sz="2000" b="0" i="0" u="none" strike="noStrike" baseline="0" dirty="0">
                <a:solidFill>
                  <a:schemeClr val="accent4"/>
                </a:solidFill>
                <a:latin typeface="Courier New" panose="02070309020205020404" pitchFamily="49" charset="0"/>
              </a:rPr>
              <a:t>    }</a:t>
            </a:r>
          </a:p>
          <a:p>
            <a:r>
              <a:rPr lang="en-US" sz="2000" b="0" i="0" u="none" strike="noStrike" baseline="0" dirty="0">
                <a:solidFill>
                  <a:schemeClr val="accent4"/>
                </a:solidFill>
                <a:latin typeface="Courier New" panose="02070309020205020404" pitchFamily="49" charset="0"/>
              </a:rPr>
              <a:t>    ?&gt;</a:t>
            </a:r>
          </a:p>
          <a:p>
            <a:r>
              <a:rPr lang="en-US" sz="2000" b="0" i="0" u="none" strike="noStrike" baseline="0" dirty="0">
                <a:solidFill>
                  <a:schemeClr val="accent4"/>
                </a:solidFill>
                <a:latin typeface="Courier New" panose="02070309020205020404" pitchFamily="49" charset="0"/>
              </a:rPr>
              <a:t>&lt;/body&gt;</a:t>
            </a:r>
          </a:p>
          <a:p>
            <a:r>
              <a:rPr lang="en-US" b="0" i="0" u="none" strike="noStrike" baseline="0" dirty="0">
                <a:solidFill>
                  <a:schemeClr val="accent4"/>
                </a:solidFill>
                <a:latin typeface="Courier New" panose="02070309020205020404" pitchFamily="49" charset="0"/>
              </a:rPr>
              <a:t>&lt;/html&gt;</a:t>
            </a:r>
          </a:p>
        </p:txBody>
      </p:sp>
    </p:spTree>
    <p:extLst>
      <p:ext uri="{BB962C8B-B14F-4D97-AF65-F5344CB8AC3E}">
        <p14:creationId xmlns:p14="http://schemas.microsoft.com/office/powerpoint/2010/main" val="359333835"/>
      </p:ext>
    </p:extLst>
  </p:cSld>
  <p:clrMapOvr>
    <a:masterClrMapping/>
  </p:clrMapOvr>
</p:sld>
</file>

<file path=ppt/theme/theme1.xml><?xml version="1.0" encoding="utf-8"?>
<a:theme xmlns:a="http://schemas.openxmlformats.org/drawingml/2006/main" name="1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5_UMd_Draft4-8Oct">
  <a:themeElements>
    <a:clrScheme name="">
      <a:dk1>
        <a:srgbClr val="000000"/>
      </a:dk1>
      <a:lt1>
        <a:srgbClr val="FFFFFF"/>
      </a:lt1>
      <a:dk2>
        <a:srgbClr val="000000"/>
      </a:dk2>
      <a:lt2>
        <a:srgbClr val="919191"/>
      </a:lt2>
      <a:accent1>
        <a:srgbClr val="9BE7FF"/>
      </a:accent1>
      <a:accent2>
        <a:srgbClr val="AFFFC2"/>
      </a:accent2>
      <a:accent3>
        <a:srgbClr val="FFFFFF"/>
      </a:accent3>
      <a:accent4>
        <a:srgbClr val="000000"/>
      </a:accent4>
      <a:accent5>
        <a:srgbClr val="CBF1FF"/>
      </a:accent5>
      <a:accent6>
        <a:srgbClr val="9EE7B0"/>
      </a:accent6>
      <a:hlink>
        <a:srgbClr val="FF0066"/>
      </a:hlink>
      <a:folHlink>
        <a:srgbClr val="FFFF7D"/>
      </a:folHlink>
    </a:clrScheme>
    <a:fontScheme name="UMd_Draft4-8Oc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111125" marR="0" indent="-111125" algn="l" defTabSz="914400" rtl="0" eaLnBrk="0" fontAlgn="base" latinLnBrk="0" hangingPunct="0">
          <a:lnSpc>
            <a:spcPct val="90000"/>
          </a:lnSpc>
          <a:spcBef>
            <a:spcPct val="0"/>
          </a:spcBef>
          <a:spcAft>
            <a:spcPct val="50000"/>
          </a:spcAft>
          <a:buClrTx/>
          <a:buSzTx/>
          <a:buFontTx/>
          <a:buChar char="•"/>
          <a:tabLst/>
          <a:defRPr kumimoji="0" lang="en-US" sz="22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UMd_Draft4-8Oc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Md_Draft4-8Oc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UMd_Draft4-8Oc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Md_Draft4-8Oc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Md_Draft4-8Oc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Md_Draft4-8Oc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UMd_Draft4-8Oc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338547</TotalTime>
  <Words>1688</Words>
  <Application>Microsoft Office PowerPoint</Application>
  <PresentationFormat>Ekran Gösterisi (4:3)</PresentationFormat>
  <Paragraphs>206</Paragraphs>
  <Slides>22</Slides>
  <Notes>0</Notes>
  <HiddenSlides>0</HiddenSlides>
  <MMClips>0</MMClips>
  <ScaleCrop>false</ScaleCrop>
  <HeadingPairs>
    <vt:vector size="6" baseType="variant">
      <vt:variant>
        <vt:lpstr>Kullanılan Yazı Tipleri</vt:lpstr>
      </vt:variant>
      <vt:variant>
        <vt:i4>4</vt:i4>
      </vt:variant>
      <vt:variant>
        <vt:lpstr>Tema</vt:lpstr>
      </vt:variant>
      <vt:variant>
        <vt:i4>6</vt:i4>
      </vt:variant>
      <vt:variant>
        <vt:lpstr>Slayt Başlıkları</vt:lpstr>
      </vt:variant>
      <vt:variant>
        <vt:i4>22</vt:i4>
      </vt:variant>
    </vt:vector>
  </HeadingPairs>
  <TitlesOfParts>
    <vt:vector size="32" baseType="lpstr">
      <vt:lpstr>Arial</vt:lpstr>
      <vt:lpstr>Courier New</vt:lpstr>
      <vt:lpstr>Times New Roman</vt:lpstr>
      <vt:lpstr>Wingdings</vt:lpstr>
      <vt:lpstr>1_UMd_Draft4-8Oct</vt:lpstr>
      <vt:lpstr>2_UMd_Draft4-8Oct</vt:lpstr>
      <vt:lpstr>3_UMd_Draft4-8Oct</vt:lpstr>
      <vt:lpstr>4_UMd_Draft4-8Oct</vt:lpstr>
      <vt:lpstr>5_UMd_Draft4-8Oct</vt:lpstr>
      <vt:lpstr>15_UMd_Draft4-8Oct</vt:lpstr>
      <vt:lpstr>PowerPoint Sunusu</vt:lpstr>
      <vt:lpstr>Dosyaları Dahil Etme</vt:lpstr>
      <vt:lpstr>include ve require Komutları</vt:lpstr>
      <vt:lpstr>include ve require Komutları</vt:lpstr>
      <vt:lpstr>include ve require Komutları</vt:lpstr>
      <vt:lpstr>fopen() Fonksiyonu</vt:lpstr>
      <vt:lpstr>fopen() Fonksiyonu</vt:lpstr>
      <vt:lpstr>fopen() Fonksiyonu</vt:lpstr>
      <vt:lpstr>fread() Fonksiyonu</vt:lpstr>
      <vt:lpstr>fclose() Fonksiyonu</vt:lpstr>
      <vt:lpstr>feof() Fonksiyonu</vt:lpstr>
      <vt:lpstr>fgetc() Fonksiyonu</vt:lpstr>
      <vt:lpstr>fopen() Fonksiyonu</vt:lpstr>
      <vt:lpstr>fwrite() Fonksiyonu</vt:lpstr>
      <vt:lpstr>Üzerine Yazma</vt:lpstr>
      <vt:lpstr>Metin Ekleme</vt:lpstr>
      <vt:lpstr>Örnek</vt:lpstr>
      <vt:lpstr>Örnek</vt:lpstr>
      <vt:lpstr>Örnek</vt:lpstr>
      <vt:lpstr>Örnek</vt:lpstr>
      <vt:lpstr>Örnek</vt:lpstr>
      <vt:lpstr>Örnek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JK/KR, modified by C.Xu/E.Attalla</dc:creator>
  <cp:lastModifiedBy>Zihni KAYA</cp:lastModifiedBy>
  <cp:revision>1855</cp:revision>
  <cp:lastPrinted>2013-04-21T19:31:14Z</cp:lastPrinted>
  <dcterms:created xsi:type="dcterms:W3CDTF">1999-10-08T19:08:27Z</dcterms:created>
  <dcterms:modified xsi:type="dcterms:W3CDTF">2026-03-23T04:50:50Z</dcterms:modified>
</cp:coreProperties>
</file>