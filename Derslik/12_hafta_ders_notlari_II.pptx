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3.xml" ContentType="application/vnd.openxmlformats-officedocument.theme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4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5.xml" ContentType="application/vnd.openxmlformats-officedocument.theme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62" r:id="rId1"/>
    <p:sldMasterId id="2147483664" r:id="rId2"/>
    <p:sldMasterId id="2147483787" r:id="rId3"/>
    <p:sldMasterId id="2147483800" r:id="rId4"/>
    <p:sldMasterId id="2147483813" r:id="rId5"/>
    <p:sldMasterId id="2147483826" r:id="rId6"/>
  </p:sldMasterIdLst>
  <p:notesMasterIdLst>
    <p:notesMasterId r:id="rId33"/>
  </p:notesMasterIdLst>
  <p:handoutMasterIdLst>
    <p:handoutMasterId r:id="rId34"/>
  </p:handoutMasterIdLst>
  <p:sldIdLst>
    <p:sldId id="770" r:id="rId7"/>
    <p:sldId id="789" r:id="rId8"/>
    <p:sldId id="791" r:id="rId9"/>
    <p:sldId id="792" r:id="rId10"/>
    <p:sldId id="793" r:id="rId11"/>
    <p:sldId id="794" r:id="rId12"/>
    <p:sldId id="790" r:id="rId13"/>
    <p:sldId id="795" r:id="rId14"/>
    <p:sldId id="796" r:id="rId15"/>
    <p:sldId id="797" r:id="rId16"/>
    <p:sldId id="798" r:id="rId17"/>
    <p:sldId id="799" r:id="rId18"/>
    <p:sldId id="800" r:id="rId19"/>
    <p:sldId id="801" r:id="rId20"/>
    <p:sldId id="803" r:id="rId21"/>
    <p:sldId id="804" r:id="rId22"/>
    <p:sldId id="805" r:id="rId23"/>
    <p:sldId id="806" r:id="rId24"/>
    <p:sldId id="807" r:id="rId25"/>
    <p:sldId id="808" r:id="rId26"/>
    <p:sldId id="809" r:id="rId27"/>
    <p:sldId id="810" r:id="rId28"/>
    <p:sldId id="814" r:id="rId29"/>
    <p:sldId id="811" r:id="rId30"/>
    <p:sldId id="812" r:id="rId31"/>
    <p:sldId id="813" r:id="rId32"/>
  </p:sldIdLst>
  <p:sldSz cx="9144000" cy="6858000" type="screen4x3"/>
  <p:notesSz cx="7099300" cy="10234613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4">
          <p15:clr>
            <a:srgbClr val="A4A3A4"/>
          </p15:clr>
        </p15:guide>
        <p15:guide id="2" pos="2236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zkaya" initials="z" lastIdx="4" clrIdx="0">
    <p:extLst>
      <p:ext uri="{19B8F6BF-5375-455C-9EA6-DF929625EA0E}">
        <p15:presenceInfo xmlns:p15="http://schemas.microsoft.com/office/powerpoint/2012/main" userId="zkaya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  <a:srgbClr val="33CCCC"/>
    <a:srgbClr val="CCFFCC"/>
    <a:srgbClr val="FFFFCC"/>
    <a:srgbClr val="CCFFFF"/>
    <a:srgbClr val="FFFF00"/>
    <a:srgbClr val="DDDDDD"/>
    <a:srgbClr val="FFCCFF"/>
    <a:srgbClr val="FF99CC"/>
    <a:srgbClr val="66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Orta Stil 2 - Vurgu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12C8C85-51F0-491E-9774-3900AFEF0FD7}" styleName="Açık Stil 2 - Vurgu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69012ECD-51FC-41F1-AA8D-1B2483CD663E}" styleName="Açık Stil 2 - Vurgu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81786" autoAdjust="0"/>
  </p:normalViewPr>
  <p:slideViewPr>
    <p:cSldViewPr snapToGrid="0">
      <p:cViewPr varScale="1">
        <p:scale>
          <a:sx n="114" d="100"/>
          <a:sy n="114" d="100"/>
        </p:scale>
        <p:origin x="1506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77" d="100"/>
          <a:sy n="77" d="100"/>
        </p:scale>
        <p:origin x="4008" y="120"/>
      </p:cViewPr>
      <p:guideLst>
        <p:guide orient="horz" pos="3224"/>
        <p:guide pos="2236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slide" Target="slides/slide20.xml"/><Relationship Id="rId39" Type="http://schemas.openxmlformats.org/officeDocument/2006/relationships/tableStyles" Target="tableStyles.xml"/><Relationship Id="rId21" Type="http://schemas.openxmlformats.org/officeDocument/2006/relationships/slide" Target="slides/slide15.xml"/><Relationship Id="rId34" Type="http://schemas.openxmlformats.org/officeDocument/2006/relationships/handoutMaster" Target="handoutMasters/handoutMaster1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notesMaster" Target="notesMasters/notesMaster1.xml"/><Relationship Id="rId38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0.xml"/><Relationship Id="rId20" Type="http://schemas.openxmlformats.org/officeDocument/2006/relationships/slide" Target="slides/slide14.xml"/><Relationship Id="rId29" Type="http://schemas.openxmlformats.org/officeDocument/2006/relationships/slide" Target="slides/slide23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slide" Target="slides/slide26.xml"/><Relationship Id="rId37" Type="http://schemas.openxmlformats.org/officeDocument/2006/relationships/viewProps" Target="viewProp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presProps" Target="presProps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31" Type="http://schemas.openxmlformats.org/officeDocument/2006/relationships/slide" Target="slides/slide25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slide" Target="slides/slide24.xml"/><Relationship Id="rId35" Type="http://schemas.openxmlformats.org/officeDocument/2006/relationships/commentAuthors" Target="commentAuthors.xml"/><Relationship Id="rId8" Type="http://schemas.openxmlformats.org/officeDocument/2006/relationships/slide" Target="slides/slide2.xml"/><Relationship Id="rId3" Type="http://schemas.openxmlformats.org/officeDocument/2006/relationships/slideMaster" Target="slideMasters/slideMaster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672" cy="5110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tr-TR"/>
          </a:p>
        </p:txBody>
      </p:sp>
      <p:sp>
        <p:nvSpPr>
          <p:cNvPr id="1310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1088" y="0"/>
            <a:ext cx="3076672" cy="5110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tr-TR"/>
          </a:p>
        </p:txBody>
      </p:sp>
      <p:sp>
        <p:nvSpPr>
          <p:cNvPr id="1310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1868"/>
            <a:ext cx="3076672" cy="5110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tr-TR"/>
          </a:p>
        </p:txBody>
      </p:sp>
      <p:sp>
        <p:nvSpPr>
          <p:cNvPr id="1310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1088" y="9721868"/>
            <a:ext cx="3076672" cy="5110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1E00D6C2-52E2-460C-9B58-3CD61A24B075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466162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672" cy="5110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defTabSz="966788">
              <a:defRPr sz="1300"/>
            </a:lvl1pPr>
          </a:lstStyle>
          <a:p>
            <a:endParaRPr lang="tr-TR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2629" y="0"/>
            <a:ext cx="3076671" cy="5110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defTabSz="966788">
              <a:defRPr sz="1300"/>
            </a:lvl1pPr>
          </a:lstStyle>
          <a:p>
            <a:endParaRPr lang="tr-TR"/>
          </a:p>
        </p:txBody>
      </p:sp>
      <p:sp>
        <p:nvSpPr>
          <p:cNvPr id="8909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0600" y="768350"/>
            <a:ext cx="5118100" cy="38385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45957" y="4861781"/>
            <a:ext cx="5207386" cy="46045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3560"/>
            <a:ext cx="3076672" cy="5110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defTabSz="966788">
              <a:defRPr sz="1300"/>
            </a:lvl1pPr>
          </a:lstStyle>
          <a:p>
            <a:endParaRPr lang="tr-TR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2629" y="9723560"/>
            <a:ext cx="3076671" cy="5110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defTabSz="966788">
              <a:defRPr sz="1300"/>
            </a:lvl1pPr>
          </a:lstStyle>
          <a:p>
            <a:fld id="{94F9E22C-A560-44E3-9891-E6761E7FE4D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242143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665340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0" y="6694488"/>
            <a:ext cx="260350" cy="122237"/>
          </a:xfrm>
          <a:prstGeom prst="rect">
            <a:avLst/>
          </a:prstGeom>
        </p:spPr>
        <p:txBody>
          <a:bodyPr/>
          <a:lstStyle>
            <a:lvl1pPr eaLnBrk="0" hangingPunct="0">
              <a:lnSpc>
                <a:spcPct val="100000"/>
              </a:lnSpc>
              <a:spcAft>
                <a:spcPct val="0"/>
              </a:spcAft>
              <a:buFontTx/>
              <a:buNone/>
              <a:defRPr sz="2400">
                <a:solidFill>
                  <a:srgbClr val="000000"/>
                </a:solidFill>
                <a:latin typeface="Times New Roman" pitchFamily="18" charset="0"/>
                <a:ea typeface="+mn-ea"/>
                <a:sym typeface="Times" pitchFamily="60" charset="0"/>
              </a:defRPr>
            </a:lvl1pPr>
          </a:lstStyle>
          <a:p>
            <a:pPr>
              <a:defRPr/>
            </a:pPr>
            <a:fld id="{8BCA47C0-B7EB-403B-A39B-0D22BA9C779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90868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0" y="6694488"/>
            <a:ext cx="260350" cy="122237"/>
          </a:xfrm>
          <a:prstGeom prst="rect">
            <a:avLst/>
          </a:prstGeom>
        </p:spPr>
        <p:txBody>
          <a:bodyPr/>
          <a:lstStyle>
            <a:lvl1pPr eaLnBrk="0" hangingPunct="0">
              <a:lnSpc>
                <a:spcPct val="100000"/>
              </a:lnSpc>
              <a:spcAft>
                <a:spcPct val="0"/>
              </a:spcAft>
              <a:buFontTx/>
              <a:buNone/>
              <a:defRPr sz="2400">
                <a:solidFill>
                  <a:srgbClr val="000000"/>
                </a:solidFill>
                <a:latin typeface="Times New Roman" pitchFamily="18" charset="0"/>
                <a:ea typeface="+mn-ea"/>
                <a:sym typeface="Times" pitchFamily="60" charset="0"/>
              </a:defRPr>
            </a:lvl1pPr>
          </a:lstStyle>
          <a:p>
            <a:pPr>
              <a:defRPr/>
            </a:pPr>
            <a:fld id="{54BBEDAF-4CAD-4687-AECE-1E45E0407EE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27109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3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519113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pPr lvl="0"/>
            <a:r>
              <a:rPr lang="en-US" noProof="0"/>
              <a:t>Click to edit Master subtitle style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239000" y="6719888"/>
            <a:ext cx="1905000" cy="139700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100000"/>
              </a:lnSpc>
              <a:spcBef>
                <a:spcPct val="0"/>
              </a:spcBef>
              <a:defRPr/>
            </a:lvl1pPr>
          </a:lstStyle>
          <a:p>
            <a:pPr>
              <a:spcAft>
                <a:spcPct val="50000"/>
              </a:spcAft>
              <a:buFontTx/>
              <a:buChar char="•"/>
              <a:defRPr/>
            </a:pPr>
            <a:fld id="{0F005141-3E15-4B0D-989A-F17E2C0B290D}" type="slidenum">
              <a:rPr lang="en-US" sz="2200">
                <a:solidFill>
                  <a:srgbClr val="000000"/>
                </a:solidFill>
                <a:latin typeface="Arial" charset="0"/>
              </a:rPr>
              <a:pPr>
                <a:spcAft>
                  <a:spcPct val="50000"/>
                </a:spcAft>
                <a:buFontTx/>
                <a:buChar char="•"/>
                <a:defRPr/>
              </a:pPr>
              <a:t>‹#›</a:t>
            </a:fld>
            <a:endParaRPr lang="en-US" sz="220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5" name="Footer Placeholder 4"/>
          <p:cNvSpPr>
            <a:spLocks noGrp="1" noChangeArrowheads="1"/>
          </p:cNvSpPr>
          <p:nvPr>
            <p:ph type="ftr" sz="quarter" idx="11"/>
          </p:nvPr>
        </p:nvSpPr>
        <p:spPr>
          <a:xfrm>
            <a:off x="0" y="6400800"/>
            <a:ext cx="9144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lnSpc>
                <a:spcPct val="90000"/>
              </a:lnSpc>
              <a:spcAft>
                <a:spcPct val="50000"/>
              </a:spcAft>
              <a:buFontTx/>
              <a:buChar char="•"/>
              <a:defRPr/>
            </a:pPr>
            <a:endParaRPr lang="en-US" sz="2200" dirty="0">
              <a:solidFill>
                <a:srgbClr val="000000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5628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01"/>
          <p:cNvSpPr>
            <a:spLocks noChangeArrowheads="1"/>
          </p:cNvSpPr>
          <p:nvPr userDrawn="1"/>
        </p:nvSpPr>
        <p:spPr bwMode="auto">
          <a:xfrm>
            <a:off x="8574088" y="6515100"/>
            <a:ext cx="503237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 anchor="ctr"/>
          <a:lstStyle/>
          <a:p>
            <a:pPr algn="r"/>
            <a:fld id="{52255F62-7E68-45B6-B8BB-EE0FA6E0AE28}" type="slidenum">
              <a:rPr lang="en-US" sz="1400" smtClean="0">
                <a:solidFill>
                  <a:srgbClr val="000000"/>
                </a:solidFill>
                <a:latin typeface="Arial" charset="0"/>
                <a:ea typeface="ヒラギノ明朝 ProN W3" pitchFamily="60" charset="-128"/>
                <a:sym typeface="Times" pitchFamily="60" charset="0"/>
              </a:rPr>
              <a:pPr algn="r"/>
              <a:t>‹#›</a:t>
            </a:fld>
            <a:endParaRPr lang="en-US" sz="1400">
              <a:solidFill>
                <a:srgbClr val="000000"/>
              </a:solidFill>
              <a:latin typeface="Arial" charset="0"/>
              <a:ea typeface="ヒラギノ明朝 ProN W3" pitchFamily="60" charset="-128"/>
              <a:sym typeface="Times" pitchFamily="60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199"/>
          <p:cNvSpPr txBox="1">
            <a:spLocks noChangeArrowheads="1"/>
          </p:cNvSpPr>
          <p:nvPr userDrawn="1"/>
        </p:nvSpPr>
        <p:spPr>
          <a:xfrm>
            <a:off x="0" y="6604000"/>
            <a:ext cx="9144000" cy="25400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50000"/>
              </a:spcAft>
              <a:buNone/>
              <a:defRPr sz="1200" b="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50000"/>
              </a:spcAft>
              <a:buChar char="•"/>
              <a:defRPr sz="2200" b="1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50000"/>
              </a:spcAft>
              <a:buChar char="•"/>
              <a:defRPr sz="2200" b="1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50000"/>
              </a:spcAft>
              <a:buChar char="•"/>
              <a:defRPr sz="2200" b="1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50000"/>
              </a:spcAft>
              <a:buChar char="•"/>
              <a:defRPr sz="2200" b="1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200" b="1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200" b="1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200" b="1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200" b="1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9pPr>
          </a:lstStyle>
          <a:p>
            <a:pPr>
              <a:defRPr/>
            </a:pPr>
            <a:endParaRPr lang="en-US" sz="1400" dirty="0">
              <a:solidFill>
                <a:srgbClr val="33669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682609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01"/>
          <p:cNvSpPr>
            <a:spLocks noChangeArrowheads="1"/>
          </p:cNvSpPr>
          <p:nvPr userDrawn="1"/>
        </p:nvSpPr>
        <p:spPr bwMode="auto">
          <a:xfrm>
            <a:off x="8574088" y="6515100"/>
            <a:ext cx="503237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 anchor="ctr"/>
          <a:lstStyle/>
          <a:p>
            <a:pPr algn="r"/>
            <a:fld id="{787566AF-3F22-4EEC-ADED-0001FD731C9E}" type="slidenum">
              <a:rPr lang="en-US" sz="1400" smtClean="0">
                <a:solidFill>
                  <a:srgbClr val="000000"/>
                </a:solidFill>
                <a:latin typeface="Arial" charset="0"/>
                <a:ea typeface="ヒラギノ明朝 ProN W3" pitchFamily="60" charset="-128"/>
                <a:sym typeface="Times" pitchFamily="60" charset="0"/>
              </a:rPr>
              <a:pPr algn="r"/>
              <a:t>‹#›</a:t>
            </a:fld>
            <a:endParaRPr lang="en-US" sz="1400">
              <a:solidFill>
                <a:srgbClr val="000000"/>
              </a:solidFill>
              <a:latin typeface="Arial" charset="0"/>
              <a:ea typeface="ヒラギノ明朝 ProN W3" pitchFamily="60" charset="-128"/>
              <a:sym typeface="Times" pitchFamily="60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6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006148"/>
            <a:ext cx="7772400" cy="400752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454140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9953" y="1524003"/>
            <a:ext cx="3624263" cy="286296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6613" y="1524003"/>
            <a:ext cx="3624262" cy="286296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4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0" y="6694488"/>
            <a:ext cx="260350" cy="12541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lnSpc>
                <a:spcPct val="90000"/>
              </a:lnSpc>
              <a:spcAft>
                <a:spcPct val="50000"/>
              </a:spcAft>
              <a:buFontTx/>
              <a:buChar char="•"/>
              <a:defRPr/>
            </a:pPr>
            <a:fld id="{AECD2814-999E-4032-906C-2175D48D7071}" type="slidenum">
              <a:rPr lang="en-US" sz="2200">
                <a:solidFill>
                  <a:srgbClr val="000000"/>
                </a:solidFill>
                <a:latin typeface="Arial" charset="0"/>
              </a:rPr>
              <a:pPr>
                <a:lnSpc>
                  <a:spcPct val="90000"/>
                </a:lnSpc>
                <a:spcAft>
                  <a:spcPct val="50000"/>
                </a:spcAft>
                <a:buFontTx/>
                <a:buChar char="•"/>
                <a:defRPr/>
              </a:pPr>
              <a:t>‹#›</a:t>
            </a:fld>
            <a:endParaRPr lang="en-US" sz="2200">
              <a:solidFill>
                <a:srgbClr val="000000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23194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343240"/>
            <a:ext cx="4040188" cy="83163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21243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8" y="1343240"/>
            <a:ext cx="4041775" cy="83163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8" y="2174875"/>
            <a:ext cx="4041775" cy="21243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0" y="6694488"/>
            <a:ext cx="260350" cy="12541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lnSpc>
                <a:spcPct val="90000"/>
              </a:lnSpc>
              <a:spcAft>
                <a:spcPct val="50000"/>
              </a:spcAft>
              <a:buFontTx/>
              <a:buChar char="•"/>
              <a:defRPr/>
            </a:pPr>
            <a:fld id="{F53B03B3-6070-425A-B684-6AF20A3CD5E1}" type="slidenum">
              <a:rPr lang="en-US" sz="2200">
                <a:solidFill>
                  <a:srgbClr val="000000"/>
                </a:solidFill>
                <a:latin typeface="Arial" charset="0"/>
              </a:rPr>
              <a:pPr>
                <a:lnSpc>
                  <a:spcPct val="90000"/>
                </a:lnSpc>
                <a:spcAft>
                  <a:spcPct val="50000"/>
                </a:spcAft>
                <a:buFontTx/>
                <a:buChar char="•"/>
                <a:defRPr/>
              </a:pPr>
              <a:t>‹#›</a:t>
            </a:fld>
            <a:endParaRPr lang="en-US" sz="220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8" name="Rectangle 199"/>
          <p:cNvSpPr>
            <a:spLocks noGrp="1" noChangeArrowheads="1"/>
          </p:cNvSpPr>
          <p:nvPr>
            <p:ph type="ftr" sz="quarter" idx="11"/>
          </p:nvPr>
        </p:nvSpPr>
        <p:spPr>
          <a:xfrm>
            <a:off x="0" y="6400800"/>
            <a:ext cx="9144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lnSpc>
                <a:spcPct val="90000"/>
              </a:lnSpc>
              <a:spcAft>
                <a:spcPct val="50000"/>
              </a:spcAft>
              <a:buFontTx/>
              <a:buChar char="•"/>
              <a:defRPr/>
            </a:pPr>
            <a:endParaRPr lang="en-US" sz="2200">
              <a:solidFill>
                <a:srgbClr val="000000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71361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01"/>
          <p:cNvSpPr>
            <a:spLocks noChangeArrowheads="1"/>
          </p:cNvSpPr>
          <p:nvPr userDrawn="1"/>
        </p:nvSpPr>
        <p:spPr bwMode="auto">
          <a:xfrm>
            <a:off x="8574088" y="6515100"/>
            <a:ext cx="503237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 anchor="ctr"/>
          <a:lstStyle/>
          <a:p>
            <a:pPr algn="r"/>
            <a:fld id="{9C0316F6-F3E1-4B87-BA86-E40838D53467}" type="slidenum">
              <a:rPr lang="en-US" sz="1400" smtClean="0">
                <a:solidFill>
                  <a:srgbClr val="000000"/>
                </a:solidFill>
                <a:latin typeface="Arial" charset="0"/>
                <a:ea typeface="ヒラギノ明朝 ProN W3" pitchFamily="60" charset="-128"/>
                <a:sym typeface="Times" pitchFamily="60" charset="0"/>
              </a:rPr>
              <a:pPr algn="r"/>
              <a:t>‹#›</a:t>
            </a:fld>
            <a:endParaRPr lang="en-US" sz="1400">
              <a:solidFill>
                <a:srgbClr val="000000"/>
              </a:solidFill>
              <a:latin typeface="Arial" charset="0"/>
              <a:ea typeface="ヒラギノ明朝 ProN W3" pitchFamily="60" charset="-128"/>
              <a:sym typeface="Times" pitchFamily="60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2137601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01"/>
          <p:cNvSpPr>
            <a:spLocks noChangeArrowheads="1"/>
          </p:cNvSpPr>
          <p:nvPr userDrawn="1"/>
        </p:nvSpPr>
        <p:spPr bwMode="auto">
          <a:xfrm>
            <a:off x="8574088" y="6515100"/>
            <a:ext cx="503237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 anchor="ctr"/>
          <a:lstStyle/>
          <a:p>
            <a:pPr algn="r"/>
            <a:fld id="{CB335D22-03A4-4154-A105-3651724AD019}" type="slidenum">
              <a:rPr lang="en-US" sz="1400" smtClean="0">
                <a:solidFill>
                  <a:srgbClr val="000000"/>
                </a:solidFill>
                <a:latin typeface="Arial" charset="0"/>
                <a:ea typeface="ヒラギノ明朝 ProN W3" pitchFamily="60" charset="-128"/>
                <a:sym typeface="Times" pitchFamily="60" charset="0"/>
              </a:rPr>
              <a:pPr algn="r"/>
              <a:t>‹#›</a:t>
            </a:fld>
            <a:endParaRPr lang="en-US" sz="1400">
              <a:solidFill>
                <a:srgbClr val="000000"/>
              </a:solidFill>
              <a:latin typeface="Arial" charset="0"/>
              <a:ea typeface="ヒラギノ明朝 ProN W3" pitchFamily="60" charset="-128"/>
              <a:sym typeface="Times" pitchFamily="6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81904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1" y="273056"/>
            <a:ext cx="5111750" cy="277678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6"/>
            <a:ext cx="3008313" cy="30841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0" y="6694488"/>
            <a:ext cx="260350" cy="12541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lnSpc>
                <a:spcPct val="90000"/>
              </a:lnSpc>
              <a:spcAft>
                <a:spcPct val="50000"/>
              </a:spcAft>
              <a:buFontTx/>
              <a:buChar char="•"/>
              <a:defRPr/>
            </a:pPr>
            <a:fld id="{AB0EDAF9-0480-4BA6-8E13-B61891626FB5}" type="slidenum">
              <a:rPr lang="en-US" sz="2200">
                <a:solidFill>
                  <a:srgbClr val="000000"/>
                </a:solidFill>
                <a:latin typeface="Arial" charset="0"/>
              </a:rPr>
              <a:pPr>
                <a:lnSpc>
                  <a:spcPct val="90000"/>
                </a:lnSpc>
                <a:spcAft>
                  <a:spcPct val="50000"/>
                </a:spcAft>
                <a:buFontTx/>
                <a:buChar char="•"/>
                <a:defRPr/>
              </a:pPr>
              <a:t>‹#›</a:t>
            </a:fld>
            <a:endParaRPr lang="en-US" sz="220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6" name="Rectangle 199"/>
          <p:cNvSpPr>
            <a:spLocks noGrp="1" noChangeArrowheads="1"/>
          </p:cNvSpPr>
          <p:nvPr>
            <p:ph type="ftr" sz="quarter" idx="11"/>
          </p:nvPr>
        </p:nvSpPr>
        <p:spPr>
          <a:xfrm>
            <a:off x="0" y="6400800"/>
            <a:ext cx="9144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lnSpc>
                <a:spcPct val="90000"/>
              </a:lnSpc>
              <a:spcAft>
                <a:spcPct val="50000"/>
              </a:spcAft>
              <a:buFontTx/>
              <a:buChar char="•"/>
              <a:defRPr/>
            </a:pPr>
            <a:endParaRPr lang="en-US" sz="2200">
              <a:solidFill>
                <a:srgbClr val="000000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477839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585418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43"/>
            <a:ext cx="5486400" cy="30841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0" y="6694488"/>
            <a:ext cx="260350" cy="12541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lnSpc>
                <a:spcPct val="90000"/>
              </a:lnSpc>
              <a:spcAft>
                <a:spcPct val="50000"/>
              </a:spcAft>
              <a:buFontTx/>
              <a:buChar char="•"/>
              <a:defRPr/>
            </a:pPr>
            <a:fld id="{7DD5AB4A-A33A-4525-8D78-3D63E3001279}" type="slidenum">
              <a:rPr lang="en-US" sz="2200">
                <a:solidFill>
                  <a:srgbClr val="000000"/>
                </a:solidFill>
                <a:latin typeface="Arial" charset="0"/>
              </a:rPr>
              <a:pPr>
                <a:lnSpc>
                  <a:spcPct val="90000"/>
                </a:lnSpc>
                <a:spcAft>
                  <a:spcPct val="50000"/>
                </a:spcAft>
                <a:buFontTx/>
                <a:buChar char="•"/>
                <a:defRPr/>
              </a:pPr>
              <a:t>‹#›</a:t>
            </a:fld>
            <a:endParaRPr lang="en-US" sz="220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6" name="Rectangle 199"/>
          <p:cNvSpPr>
            <a:spLocks noGrp="1" noChangeArrowheads="1"/>
          </p:cNvSpPr>
          <p:nvPr>
            <p:ph type="ftr" sz="quarter" idx="11"/>
          </p:nvPr>
        </p:nvSpPr>
        <p:spPr>
          <a:xfrm>
            <a:off x="0" y="6400800"/>
            <a:ext cx="9144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lnSpc>
                <a:spcPct val="90000"/>
              </a:lnSpc>
              <a:spcAft>
                <a:spcPct val="50000"/>
              </a:spcAft>
              <a:buFontTx/>
              <a:buChar char="•"/>
              <a:defRPr/>
            </a:pPr>
            <a:endParaRPr lang="en-US" sz="2200">
              <a:solidFill>
                <a:srgbClr val="000000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827681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01"/>
          <p:cNvSpPr>
            <a:spLocks noChangeArrowheads="1"/>
          </p:cNvSpPr>
          <p:nvPr userDrawn="1"/>
        </p:nvSpPr>
        <p:spPr bwMode="auto">
          <a:xfrm>
            <a:off x="8574088" y="6515100"/>
            <a:ext cx="503237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 anchor="ctr"/>
          <a:lstStyle/>
          <a:p>
            <a:pPr algn="r"/>
            <a:fld id="{D1CE32CB-7F51-480E-A104-8947DCC1C2AC}" type="slidenum">
              <a:rPr lang="en-US" sz="1400" smtClean="0">
                <a:solidFill>
                  <a:srgbClr val="000000"/>
                </a:solidFill>
                <a:latin typeface="Arial" charset="0"/>
                <a:ea typeface="ヒラギノ明朝 ProN W3" pitchFamily="60" charset="-128"/>
                <a:sym typeface="Times" pitchFamily="60" charset="0"/>
              </a:rPr>
              <a:pPr algn="r"/>
              <a:t>‹#›</a:t>
            </a:fld>
            <a:endParaRPr lang="en-US" sz="1400">
              <a:solidFill>
                <a:srgbClr val="000000"/>
              </a:solidFill>
              <a:latin typeface="Arial" charset="0"/>
              <a:ea typeface="ヒラギノ明朝 ProN W3" pitchFamily="60" charset="-128"/>
              <a:sym typeface="Times" pitchFamily="60" charset="0"/>
            </a:endParaRPr>
          </a:p>
        </p:txBody>
      </p:sp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365125" y="-38100"/>
            <a:ext cx="7924800" cy="20011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707462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3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519113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pPr lvl="0"/>
            <a:r>
              <a:rPr lang="en-US" noProof="0"/>
              <a:t>Click to edit Master subtitle style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239000" y="6719888"/>
            <a:ext cx="1905000" cy="139700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100000"/>
              </a:lnSpc>
              <a:spcBef>
                <a:spcPct val="0"/>
              </a:spcBef>
              <a:defRPr/>
            </a:lvl1pPr>
          </a:lstStyle>
          <a:p>
            <a:pPr>
              <a:spcAft>
                <a:spcPct val="50000"/>
              </a:spcAft>
              <a:buFontTx/>
              <a:buChar char="•"/>
              <a:defRPr/>
            </a:pPr>
            <a:fld id="{18AB817D-8C5B-4BCE-B44B-882C88C9BF9B}" type="slidenum">
              <a:rPr lang="en-US" sz="2200">
                <a:solidFill>
                  <a:srgbClr val="000000"/>
                </a:solidFill>
                <a:latin typeface="Arial" charset="0"/>
              </a:rPr>
              <a:pPr>
                <a:spcAft>
                  <a:spcPct val="50000"/>
                </a:spcAft>
                <a:buFontTx/>
                <a:buChar char="•"/>
                <a:defRPr/>
              </a:pPr>
              <a:t>‹#›</a:t>
            </a:fld>
            <a:endParaRPr lang="en-US" sz="2200">
              <a:solidFill>
                <a:srgbClr val="000000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55468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01"/>
          <p:cNvSpPr>
            <a:spLocks noChangeArrowheads="1"/>
          </p:cNvSpPr>
          <p:nvPr userDrawn="1"/>
        </p:nvSpPr>
        <p:spPr bwMode="auto">
          <a:xfrm>
            <a:off x="8574088" y="6515100"/>
            <a:ext cx="503237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 anchor="ctr"/>
          <a:lstStyle/>
          <a:p>
            <a:pPr algn="r"/>
            <a:fld id="{852D630E-1F6A-4FB2-A386-9A349C5B3F66}" type="slidenum">
              <a:rPr lang="en-US" sz="1400" smtClean="0">
                <a:solidFill>
                  <a:srgbClr val="000000"/>
                </a:solidFill>
                <a:latin typeface="Arial" charset="0"/>
                <a:ea typeface="ヒラギノ明朝 ProN W3" pitchFamily="60" charset="-128"/>
                <a:sym typeface="Times" pitchFamily="60" charset="0"/>
              </a:rPr>
              <a:pPr algn="r"/>
              <a:t>‹#›</a:t>
            </a:fld>
            <a:endParaRPr lang="en-US" sz="1400">
              <a:solidFill>
                <a:srgbClr val="000000"/>
              </a:solidFill>
              <a:latin typeface="Arial" charset="0"/>
              <a:ea typeface="ヒラギノ明朝 ProN W3" pitchFamily="60" charset="-128"/>
              <a:sym typeface="Times" pitchFamily="60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8984237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01"/>
          <p:cNvSpPr>
            <a:spLocks noChangeArrowheads="1"/>
          </p:cNvSpPr>
          <p:nvPr userDrawn="1"/>
        </p:nvSpPr>
        <p:spPr bwMode="auto">
          <a:xfrm>
            <a:off x="8574088" y="6515100"/>
            <a:ext cx="503237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 anchor="ctr"/>
          <a:lstStyle/>
          <a:p>
            <a:pPr algn="r"/>
            <a:fld id="{5073B400-6E83-48BF-87B6-725E47C03D88}" type="slidenum">
              <a:rPr lang="en-US" sz="1400" smtClean="0">
                <a:solidFill>
                  <a:srgbClr val="000000"/>
                </a:solidFill>
                <a:latin typeface="Arial" charset="0"/>
                <a:ea typeface="ヒラギノ明朝 ProN W3" pitchFamily="60" charset="-128"/>
                <a:sym typeface="Times" pitchFamily="60" charset="0"/>
              </a:rPr>
              <a:pPr algn="r"/>
              <a:t>‹#›</a:t>
            </a:fld>
            <a:endParaRPr lang="en-US" sz="1400">
              <a:solidFill>
                <a:srgbClr val="000000"/>
              </a:solidFill>
              <a:latin typeface="Arial" charset="0"/>
              <a:ea typeface="ヒラギノ明朝 ProN W3" pitchFamily="60" charset="-128"/>
              <a:sym typeface="Times" pitchFamily="60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Rectangle 199"/>
          <p:cNvSpPr txBox="1">
            <a:spLocks noChangeArrowheads="1"/>
          </p:cNvSpPr>
          <p:nvPr userDrawn="1"/>
        </p:nvSpPr>
        <p:spPr>
          <a:xfrm>
            <a:off x="0" y="6604000"/>
            <a:ext cx="9144000" cy="25400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50000"/>
              </a:spcAft>
              <a:buNone/>
              <a:defRPr sz="1200" b="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50000"/>
              </a:spcAft>
              <a:buChar char="•"/>
              <a:defRPr sz="2200" b="1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50000"/>
              </a:spcAft>
              <a:buChar char="•"/>
              <a:defRPr sz="2200" b="1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50000"/>
              </a:spcAft>
              <a:buChar char="•"/>
              <a:defRPr sz="2200" b="1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50000"/>
              </a:spcAft>
              <a:buChar char="•"/>
              <a:defRPr sz="2200" b="1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200" b="1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200" b="1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200" b="1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200" b="1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1400" dirty="0">
                <a:solidFill>
                  <a:srgbClr val="336699"/>
                </a:solidFill>
              </a:rPr>
              <a:t>ue.aydin.edu.tr</a:t>
            </a:r>
          </a:p>
        </p:txBody>
      </p:sp>
    </p:spTree>
    <p:extLst>
      <p:ext uri="{BB962C8B-B14F-4D97-AF65-F5344CB8AC3E}">
        <p14:creationId xmlns:p14="http://schemas.microsoft.com/office/powerpoint/2010/main" val="65116591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01"/>
          <p:cNvSpPr>
            <a:spLocks noChangeArrowheads="1"/>
          </p:cNvSpPr>
          <p:nvPr userDrawn="1"/>
        </p:nvSpPr>
        <p:spPr bwMode="auto">
          <a:xfrm>
            <a:off x="8574088" y="6515100"/>
            <a:ext cx="503237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 anchor="ctr"/>
          <a:lstStyle/>
          <a:p>
            <a:pPr algn="r"/>
            <a:fld id="{41026968-BEFE-44F1-97B6-7E577FCA360F}" type="slidenum">
              <a:rPr lang="en-US" sz="1400" smtClean="0">
                <a:solidFill>
                  <a:srgbClr val="000000"/>
                </a:solidFill>
                <a:latin typeface="Arial" charset="0"/>
                <a:ea typeface="ヒラギノ明朝 ProN W3" pitchFamily="60" charset="-128"/>
                <a:sym typeface="Times" pitchFamily="60" charset="0"/>
              </a:rPr>
              <a:pPr algn="r"/>
              <a:t>‹#›</a:t>
            </a:fld>
            <a:endParaRPr lang="en-US" sz="1400">
              <a:solidFill>
                <a:srgbClr val="000000"/>
              </a:solidFill>
              <a:latin typeface="Arial" charset="0"/>
              <a:ea typeface="ヒラギノ明朝 ProN W3" pitchFamily="60" charset="-128"/>
              <a:sym typeface="Times" pitchFamily="6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574275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1" y="273056"/>
            <a:ext cx="5111750" cy="277678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6"/>
            <a:ext cx="3008313" cy="30841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0" y="6694488"/>
            <a:ext cx="260350" cy="12541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lnSpc>
                <a:spcPct val="90000"/>
              </a:lnSpc>
              <a:spcAft>
                <a:spcPct val="50000"/>
              </a:spcAft>
              <a:buFontTx/>
              <a:buChar char="•"/>
              <a:defRPr/>
            </a:pPr>
            <a:fld id="{07D3A64E-D33D-44D4-B6C2-F6248345F7F2}" type="slidenum">
              <a:rPr lang="en-US" sz="2200">
                <a:solidFill>
                  <a:srgbClr val="000000"/>
                </a:solidFill>
                <a:latin typeface="Arial" charset="0"/>
              </a:rPr>
              <a:pPr>
                <a:lnSpc>
                  <a:spcPct val="90000"/>
                </a:lnSpc>
                <a:spcAft>
                  <a:spcPct val="50000"/>
                </a:spcAft>
                <a:buFontTx/>
                <a:buChar char="•"/>
                <a:defRPr/>
              </a:pPr>
              <a:t>‹#›</a:t>
            </a:fld>
            <a:endParaRPr lang="en-US" sz="2200">
              <a:solidFill>
                <a:srgbClr val="000000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334832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585418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43"/>
            <a:ext cx="5486400" cy="30841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0" y="6694488"/>
            <a:ext cx="260350" cy="12541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lnSpc>
                <a:spcPct val="90000"/>
              </a:lnSpc>
              <a:spcAft>
                <a:spcPct val="50000"/>
              </a:spcAft>
              <a:buFontTx/>
              <a:buChar char="•"/>
              <a:defRPr/>
            </a:pPr>
            <a:fld id="{42913ACF-11A0-4838-B2F0-D74E91052A91}" type="slidenum">
              <a:rPr lang="en-US" sz="2200">
                <a:solidFill>
                  <a:srgbClr val="000000"/>
                </a:solidFill>
                <a:latin typeface="Arial" charset="0"/>
              </a:rPr>
              <a:pPr>
                <a:lnSpc>
                  <a:spcPct val="90000"/>
                </a:lnSpc>
                <a:spcAft>
                  <a:spcPct val="50000"/>
                </a:spcAft>
                <a:buFontTx/>
                <a:buChar char="•"/>
                <a:defRPr/>
              </a:pPr>
              <a:t>‹#›</a:t>
            </a:fld>
            <a:endParaRPr lang="en-US" sz="2200">
              <a:solidFill>
                <a:srgbClr val="000000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799789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-101927" y="1524000"/>
            <a:ext cx="8372805" cy="198278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0" y="6694488"/>
            <a:ext cx="260350" cy="12541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lnSpc>
                <a:spcPct val="90000"/>
              </a:lnSpc>
              <a:spcAft>
                <a:spcPct val="50000"/>
              </a:spcAft>
              <a:buFontTx/>
              <a:buChar char="•"/>
              <a:defRPr/>
            </a:pPr>
            <a:fld id="{124045F6-0237-4FB2-9E43-F13F9F29C4D7}" type="slidenum">
              <a:rPr lang="en-US" sz="2200">
                <a:solidFill>
                  <a:srgbClr val="000000"/>
                </a:solidFill>
                <a:latin typeface="Arial" charset="0"/>
              </a:rPr>
              <a:pPr>
                <a:lnSpc>
                  <a:spcPct val="90000"/>
                </a:lnSpc>
                <a:spcAft>
                  <a:spcPct val="50000"/>
                </a:spcAft>
                <a:buFontTx/>
                <a:buChar char="•"/>
                <a:defRPr/>
              </a:pPr>
              <a:t>‹#›</a:t>
            </a:fld>
            <a:endParaRPr lang="en-US" sz="2200">
              <a:solidFill>
                <a:srgbClr val="000000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736199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308725" y="-38100"/>
            <a:ext cx="1981200" cy="354488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631275" y="-38100"/>
            <a:ext cx="2525050" cy="354488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0" y="6694488"/>
            <a:ext cx="260350" cy="12541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lnSpc>
                <a:spcPct val="90000"/>
              </a:lnSpc>
              <a:spcAft>
                <a:spcPct val="50000"/>
              </a:spcAft>
              <a:buFontTx/>
              <a:buChar char="•"/>
              <a:defRPr/>
            </a:pPr>
            <a:fld id="{2DEE1EEE-97C2-4C42-B32D-7B7D93AEEBD3}" type="slidenum">
              <a:rPr lang="en-US" sz="2200">
                <a:solidFill>
                  <a:srgbClr val="000000"/>
                </a:solidFill>
                <a:latin typeface="Arial" charset="0"/>
              </a:rPr>
              <a:pPr>
                <a:lnSpc>
                  <a:spcPct val="90000"/>
                </a:lnSpc>
                <a:spcAft>
                  <a:spcPct val="50000"/>
                </a:spcAft>
                <a:buFontTx/>
                <a:buChar char="•"/>
                <a:defRPr/>
              </a:pPr>
              <a:t>‹#›</a:t>
            </a:fld>
            <a:endParaRPr lang="en-US" sz="2200">
              <a:solidFill>
                <a:srgbClr val="000000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30641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01"/>
          <p:cNvSpPr>
            <a:spLocks noChangeArrowheads="1"/>
          </p:cNvSpPr>
          <p:nvPr userDrawn="1"/>
        </p:nvSpPr>
        <p:spPr bwMode="auto">
          <a:xfrm>
            <a:off x="8574088" y="6515100"/>
            <a:ext cx="503237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 anchor="ctr"/>
          <a:lstStyle/>
          <a:p>
            <a:pPr algn="r"/>
            <a:fld id="{815C9AE7-7D7A-439A-A584-208B138EA1A9}" type="slidenum">
              <a:rPr lang="en-US" sz="1400" smtClean="0">
                <a:solidFill>
                  <a:srgbClr val="000000"/>
                </a:solidFill>
                <a:latin typeface="Arial" charset="0"/>
                <a:ea typeface="ヒラギノ明朝 ProN W3" pitchFamily="60" charset="-128"/>
                <a:sym typeface="Times" pitchFamily="60" charset="0"/>
              </a:rPr>
              <a:pPr algn="r"/>
              <a:t>‹#›</a:t>
            </a:fld>
            <a:endParaRPr lang="en-US" sz="1400">
              <a:solidFill>
                <a:srgbClr val="000000"/>
              </a:solidFill>
              <a:latin typeface="Arial" charset="0"/>
              <a:ea typeface="ヒラギノ明朝 ProN W3" pitchFamily="60" charset="-128"/>
              <a:sym typeface="Times" pitchFamily="60" charset="0"/>
            </a:endParaRPr>
          </a:p>
        </p:txBody>
      </p:sp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365125" y="-38100"/>
            <a:ext cx="7924800" cy="20011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1232536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3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519113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pPr lvl="0"/>
            <a:r>
              <a:rPr lang="en-US" noProof="0"/>
              <a:t>Click to edit Master subtitle style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239000" y="6721475"/>
            <a:ext cx="1905000" cy="136525"/>
          </a:xfrm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100000"/>
              </a:lnSpc>
              <a:spcBef>
                <a:spcPct val="0"/>
              </a:spcBef>
              <a:defRPr b="1"/>
            </a:lvl1pPr>
          </a:lstStyle>
          <a:p>
            <a:pPr>
              <a:defRPr/>
            </a:pPr>
            <a:fld id="{74034AEE-21EC-4108-831A-6EA98F8DFE1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970867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6" name="Rectangle 201"/>
          <p:cNvSpPr>
            <a:spLocks noChangeArrowheads="1"/>
          </p:cNvSpPr>
          <p:nvPr userDrawn="1"/>
        </p:nvSpPr>
        <p:spPr bwMode="auto">
          <a:xfrm>
            <a:off x="8574088" y="6515100"/>
            <a:ext cx="503237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 anchor="ctr"/>
          <a:lstStyle>
            <a:lvl1pPr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>
              <a:defRPr/>
            </a:pPr>
            <a:fld id="{66D4143D-D413-4B65-BE5B-68ED75509604}" type="slidenum">
              <a:rPr lang="en-US" altLang="tr-TR" sz="1400" smtClean="0">
                <a:solidFill>
                  <a:srgbClr val="000000"/>
                </a:solidFill>
                <a:latin typeface="Arial" panose="020B0604020202020204" pitchFamily="34" charset="0"/>
                <a:ea typeface="ヒラギノ明朝 ProN W3"/>
                <a:cs typeface="ヒラギノ明朝 ProN W3"/>
                <a:sym typeface="Times" panose="02020603050405020304" pitchFamily="18" charset="0"/>
              </a:rPr>
              <a:pPr algn="r">
                <a:defRPr/>
              </a:pPr>
              <a:t>‹#›</a:t>
            </a:fld>
            <a:endParaRPr lang="en-US" altLang="tr-TR" sz="1400" dirty="0">
              <a:solidFill>
                <a:srgbClr val="000000"/>
              </a:solidFill>
              <a:latin typeface="Arial" panose="020B0604020202020204" pitchFamily="34" charset="0"/>
              <a:ea typeface="ヒラギノ明朝 ProN W3"/>
              <a:cs typeface="ヒラギノ明朝 ProN W3"/>
              <a:sym typeface="Times" panose="02020603050405020304" pitchFamily="18" charset="0"/>
            </a:endParaRPr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00F5F935-ABB1-4E93-AEFD-0D4486CAD23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lnSpc>
                <a:spcPct val="90000"/>
              </a:lnSpc>
              <a:defRPr/>
            </a:pPr>
            <a:fld id="{8BDC377B-EC9C-4253-A88C-5B0E49C4E108}" type="slidenum">
              <a:rPr lang="en-US" smtClean="0">
                <a:latin typeface="Arial" pitchFamily="34" charset="0"/>
              </a:rPr>
              <a:pPr>
                <a:lnSpc>
                  <a:spcPct val="90000"/>
                </a:lnSpc>
                <a:defRPr/>
              </a:pPr>
              <a:t>‹#›</a:t>
            </a:fld>
            <a:endParaRPr lang="en-US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442185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7305162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9950" y="1524000"/>
            <a:ext cx="3624263" cy="19827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6613" y="1524000"/>
            <a:ext cx="3624262" cy="19827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63295804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11859416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27099897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1435067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320758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tr-TR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9934200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84269239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308725" y="-38100"/>
            <a:ext cx="1981200" cy="354488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65125" y="-38100"/>
            <a:ext cx="5791200" cy="354488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63148119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365125" y="-38100"/>
            <a:ext cx="7924800" cy="35448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80499635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39611675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846874864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tr-TR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932842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365125" y="-38100"/>
            <a:ext cx="7924800" cy="35448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072924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.xml"/><Relationship Id="rId3" Type="http://schemas.openxmlformats.org/officeDocument/2006/relationships/slideLayout" Target="../slideLayouts/slideLayout6.xml"/><Relationship Id="rId7" Type="http://schemas.openxmlformats.org/officeDocument/2006/relationships/slideLayout" Target="../slideLayouts/slideLayout10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6" Type="http://schemas.openxmlformats.org/officeDocument/2006/relationships/slideLayout" Target="../slideLayouts/slideLayout9.xml"/><Relationship Id="rId11" Type="http://schemas.openxmlformats.org/officeDocument/2006/relationships/theme" Target="../theme/theme3.xml"/><Relationship Id="rId5" Type="http://schemas.openxmlformats.org/officeDocument/2006/relationships/slideLayout" Target="../slideLayouts/slideLayout8.xml"/><Relationship Id="rId10" Type="http://schemas.openxmlformats.org/officeDocument/2006/relationships/slideLayout" Target="../slideLayouts/slideLayout13.xml"/><Relationship Id="rId4" Type="http://schemas.openxmlformats.org/officeDocument/2006/relationships/slideLayout" Target="../slideLayouts/slideLayout7.xml"/><Relationship Id="rId9" Type="http://schemas.openxmlformats.org/officeDocument/2006/relationships/slideLayout" Target="../slideLayouts/slideLayout12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8.xml"/><Relationship Id="rId10" Type="http://schemas.openxmlformats.org/officeDocument/2006/relationships/theme" Target="../theme/theme4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theme" Target="../theme/theme5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slideLayout" Target="../slideLayouts/slideLayout34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7.xml"/><Relationship Id="rId2" Type="http://schemas.openxmlformats.org/officeDocument/2006/relationships/slideLayout" Target="../slideLayouts/slideLayout36.xml"/><Relationship Id="rId1" Type="http://schemas.openxmlformats.org/officeDocument/2006/relationships/slideLayout" Target="../slideLayouts/slideLayout35.xml"/><Relationship Id="rId5" Type="http://schemas.openxmlformats.org/officeDocument/2006/relationships/theme" Target="../theme/theme6.xml"/><Relationship Id="rId4" Type="http://schemas.openxmlformats.org/officeDocument/2006/relationships/slideLayout" Target="../slideLayouts/slideLayout3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0" y="-38100"/>
            <a:ext cx="9144000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869950" y="1524000"/>
            <a:ext cx="7400925" cy="2074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 Fifth level</a:t>
            </a:r>
          </a:p>
        </p:txBody>
      </p:sp>
      <p:sp>
        <p:nvSpPr>
          <p:cNvPr id="2053" name="Rectangle 201"/>
          <p:cNvSpPr>
            <a:spLocks noChangeArrowheads="1"/>
          </p:cNvSpPr>
          <p:nvPr userDrawn="1"/>
        </p:nvSpPr>
        <p:spPr bwMode="auto">
          <a:xfrm>
            <a:off x="8574088" y="6515100"/>
            <a:ext cx="503237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 anchor="ctr"/>
          <a:lstStyle/>
          <a:p>
            <a:pPr algn="r"/>
            <a:fld id="{EABF3948-6436-4873-87BF-0CE3FE2D4B8E}" type="slidenum">
              <a:rPr lang="en-US" sz="1400" smtClean="0">
                <a:solidFill>
                  <a:srgbClr val="000000"/>
                </a:solidFill>
                <a:latin typeface="Arial" pitchFamily="34" charset="0"/>
                <a:ea typeface="ヒラギノ明朝 ProN W3" pitchFamily="60" charset="-128"/>
                <a:sym typeface="Times" pitchFamily="60" charset="0"/>
              </a:rPr>
              <a:pPr algn="r"/>
              <a:t>‹#›</a:t>
            </a:fld>
            <a:endParaRPr lang="en-US" sz="1400">
              <a:solidFill>
                <a:srgbClr val="000000"/>
              </a:solidFill>
              <a:latin typeface="Arial" pitchFamily="34" charset="0"/>
              <a:ea typeface="ヒラギノ明朝 ProN W3" pitchFamily="60" charset="-128"/>
              <a:sym typeface="Times" pitchFamily="6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50794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2" r:id="rId1"/>
  </p:sldLayoutIdLst>
  <p:hf sldNum="0" hdr="0" ftr="0" dt="0"/>
  <p:txStyles>
    <p:titleStyle>
      <a:lvl1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200" b="1">
          <a:solidFill>
            <a:srgbClr val="336699"/>
          </a:solidFill>
          <a:latin typeface="+mj-lt"/>
          <a:ea typeface="+mj-ea"/>
          <a:cs typeface="+mj-cs"/>
        </a:defRPr>
      </a:lvl1pPr>
      <a:lvl2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200" b="1">
          <a:solidFill>
            <a:srgbClr val="336699"/>
          </a:solidFill>
          <a:latin typeface="Arial" pitchFamily="34" charset="0"/>
        </a:defRPr>
      </a:lvl2pPr>
      <a:lvl3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200" b="1">
          <a:solidFill>
            <a:srgbClr val="336699"/>
          </a:solidFill>
          <a:latin typeface="Arial" pitchFamily="34" charset="0"/>
        </a:defRPr>
      </a:lvl3pPr>
      <a:lvl4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200" b="1">
          <a:solidFill>
            <a:srgbClr val="336699"/>
          </a:solidFill>
          <a:latin typeface="Arial" pitchFamily="34" charset="0"/>
        </a:defRPr>
      </a:lvl4pPr>
      <a:lvl5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200" b="1">
          <a:solidFill>
            <a:srgbClr val="336699"/>
          </a:solidFill>
          <a:latin typeface="Arial" pitchFamily="34" charset="0"/>
        </a:defRPr>
      </a:lvl5pPr>
      <a:lvl6pPr marL="457200"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200" b="1">
          <a:solidFill>
            <a:srgbClr val="336699"/>
          </a:solidFill>
          <a:latin typeface="Arial" pitchFamily="34" charset="0"/>
        </a:defRPr>
      </a:lvl6pPr>
      <a:lvl7pPr marL="914400"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200" b="1">
          <a:solidFill>
            <a:srgbClr val="336699"/>
          </a:solidFill>
          <a:latin typeface="Arial" pitchFamily="34" charset="0"/>
        </a:defRPr>
      </a:lvl7pPr>
      <a:lvl8pPr marL="1371600"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200" b="1">
          <a:solidFill>
            <a:srgbClr val="336699"/>
          </a:solidFill>
          <a:latin typeface="Arial" pitchFamily="34" charset="0"/>
        </a:defRPr>
      </a:lvl8pPr>
      <a:lvl9pPr marL="1828800"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200" b="1">
          <a:solidFill>
            <a:srgbClr val="336699"/>
          </a:solidFill>
          <a:latin typeface="Arial" pitchFamily="34" charset="0"/>
        </a:defRPr>
      </a:lvl9pPr>
    </p:titleStyle>
    <p:bodyStyle>
      <a:lvl1pPr marL="457200" indent="-457200" algn="l" rtl="0" eaLnBrk="0" fontAlgn="base" hangingPunct="0">
        <a:spcBef>
          <a:spcPct val="75000"/>
        </a:spcBef>
        <a:spcAft>
          <a:spcPct val="0"/>
        </a:spcAft>
        <a:buClr>
          <a:srgbClr val="006699"/>
        </a:buClr>
        <a:buSzPct val="85000"/>
        <a:buFont typeface="Wingdings" pitchFamily="2" charset="2"/>
        <a:buChar char="u"/>
        <a:defRPr sz="2800" b="1">
          <a:solidFill>
            <a:srgbClr val="336699"/>
          </a:solidFill>
          <a:latin typeface="+mn-lt"/>
          <a:ea typeface="+mn-ea"/>
          <a:cs typeface="+mn-cs"/>
        </a:defRPr>
      </a:lvl1pPr>
      <a:lvl2pPr marL="863600" indent="-292100" algn="l" rtl="0" eaLnBrk="0" fontAlgn="base" hangingPunct="0">
        <a:spcBef>
          <a:spcPct val="20000"/>
        </a:spcBef>
        <a:spcAft>
          <a:spcPct val="0"/>
        </a:spcAft>
        <a:buClr>
          <a:srgbClr val="7FDFC4"/>
        </a:buClr>
        <a:buSzPct val="110000"/>
        <a:buChar char="–"/>
        <a:defRPr sz="2400">
          <a:solidFill>
            <a:srgbClr val="336699"/>
          </a:solidFill>
          <a:latin typeface="+mn-lt"/>
        </a:defRPr>
      </a:lvl2pPr>
      <a:lvl3pPr marL="1201738" indent="-223838" algn="l" rtl="0" eaLnBrk="0" fontAlgn="base" hangingPunct="0">
        <a:spcBef>
          <a:spcPct val="20000"/>
        </a:spcBef>
        <a:spcAft>
          <a:spcPct val="0"/>
        </a:spcAft>
        <a:buClr>
          <a:srgbClr val="99FFCC"/>
        </a:buClr>
        <a:buFont typeface="Wingdings" pitchFamily="2" charset="2"/>
        <a:buChar char=""/>
        <a:defRPr sz="2000">
          <a:solidFill>
            <a:srgbClr val="336699"/>
          </a:solidFill>
          <a:latin typeface="+mn-lt"/>
        </a:defRPr>
      </a:lvl3pPr>
      <a:lvl4pPr marL="1541463" indent="-225425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90000"/>
        <a:buChar char="-"/>
        <a:defRPr sz="2000">
          <a:solidFill>
            <a:srgbClr val="336699"/>
          </a:solidFill>
          <a:latin typeface="+mn-lt"/>
        </a:defRPr>
      </a:lvl4pPr>
      <a:lvl5pPr marL="1828800" indent="-173038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75000"/>
        <a:buFont typeface="Wingdings" pitchFamily="2" charset="2"/>
        <a:buChar char="w"/>
        <a:defRPr sz="2000">
          <a:solidFill>
            <a:srgbClr val="336699"/>
          </a:solidFill>
          <a:latin typeface="+mn-lt"/>
        </a:defRPr>
      </a:lvl5pPr>
      <a:lvl6pPr marL="2286000" indent="-173038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75000"/>
        <a:buFont typeface="Wingdings" pitchFamily="2" charset="2"/>
        <a:buChar char="w"/>
        <a:defRPr>
          <a:solidFill>
            <a:srgbClr val="336699"/>
          </a:solidFill>
          <a:latin typeface="+mn-lt"/>
        </a:defRPr>
      </a:lvl6pPr>
      <a:lvl7pPr marL="2743200" indent="-173038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75000"/>
        <a:buFont typeface="Wingdings" pitchFamily="2" charset="2"/>
        <a:buChar char="w"/>
        <a:defRPr>
          <a:solidFill>
            <a:srgbClr val="336699"/>
          </a:solidFill>
          <a:latin typeface="+mn-lt"/>
        </a:defRPr>
      </a:lvl7pPr>
      <a:lvl8pPr marL="3200400" indent="-173038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75000"/>
        <a:buFont typeface="Wingdings" pitchFamily="2" charset="2"/>
        <a:buChar char="w"/>
        <a:defRPr>
          <a:solidFill>
            <a:srgbClr val="336699"/>
          </a:solidFill>
          <a:latin typeface="+mn-lt"/>
        </a:defRPr>
      </a:lvl8pPr>
      <a:lvl9pPr marL="3657600" indent="-173038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75000"/>
        <a:buFont typeface="Wingdings" pitchFamily="2" charset="2"/>
        <a:buChar char="w"/>
        <a:defRPr>
          <a:solidFill>
            <a:srgbClr val="336699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65125" y="-38100"/>
            <a:ext cx="79248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869950" y="1524000"/>
            <a:ext cx="7400925" cy="1982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 Fifth level</a:t>
            </a:r>
          </a:p>
        </p:txBody>
      </p:sp>
      <p:sp>
        <p:nvSpPr>
          <p:cNvPr id="3076" name="Line 5"/>
          <p:cNvSpPr>
            <a:spLocks noChangeShapeType="1"/>
          </p:cNvSpPr>
          <p:nvPr/>
        </p:nvSpPr>
        <p:spPr bwMode="auto">
          <a:xfrm>
            <a:off x="0" y="819150"/>
            <a:ext cx="9144000" cy="0"/>
          </a:xfrm>
          <a:prstGeom prst="line">
            <a:avLst/>
          </a:prstGeom>
          <a:noFill/>
          <a:ln w="47625" cmpd="thickThin">
            <a:solidFill>
              <a:srgbClr val="336699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>
              <a:lnSpc>
                <a:spcPct val="90000"/>
              </a:lnSpc>
              <a:spcAft>
                <a:spcPct val="50000"/>
              </a:spcAft>
              <a:buFontTx/>
              <a:buChar char="•"/>
            </a:pPr>
            <a:endParaRPr lang="en-US" sz="2200">
              <a:solidFill>
                <a:srgbClr val="000000"/>
              </a:solidFill>
              <a:latin typeface="Arial" pitchFamily="34" charset="0"/>
            </a:endParaRPr>
          </a:p>
        </p:txBody>
      </p:sp>
      <p:sp>
        <p:nvSpPr>
          <p:cNvPr id="3077" name="Rectangle 201"/>
          <p:cNvSpPr>
            <a:spLocks noChangeArrowheads="1"/>
          </p:cNvSpPr>
          <p:nvPr userDrawn="1"/>
        </p:nvSpPr>
        <p:spPr bwMode="auto">
          <a:xfrm>
            <a:off x="8574088" y="6515100"/>
            <a:ext cx="503237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 anchor="ctr"/>
          <a:lstStyle/>
          <a:p>
            <a:pPr algn="r"/>
            <a:fld id="{1DA75B1C-1FC8-4677-A6B8-31AFE1B3CD3C}" type="slidenum">
              <a:rPr lang="en-US" sz="1400" smtClean="0">
                <a:solidFill>
                  <a:srgbClr val="000000"/>
                </a:solidFill>
                <a:latin typeface="Arial" pitchFamily="34" charset="0"/>
                <a:ea typeface="ヒラギノ明朝 ProN W3" pitchFamily="60" charset="-128"/>
                <a:sym typeface="Times" pitchFamily="60" charset="0"/>
              </a:rPr>
              <a:pPr algn="r"/>
              <a:t>‹#›</a:t>
            </a:fld>
            <a:endParaRPr lang="en-US" sz="1400" dirty="0">
              <a:solidFill>
                <a:srgbClr val="000000"/>
              </a:solidFill>
              <a:latin typeface="Arial" pitchFamily="34" charset="0"/>
              <a:ea typeface="ヒラギノ明朝 ProN W3" pitchFamily="60" charset="-128"/>
              <a:sym typeface="Times" pitchFamily="6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98242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</p:sldLayoutIdLst>
  <p:hf sldNum="0" hdr="0" ftr="0" dt="0"/>
  <p:txStyles>
    <p:titleStyle>
      <a:lvl1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+mj-lt"/>
          <a:ea typeface="+mj-ea"/>
          <a:cs typeface="+mj-cs"/>
        </a:defRPr>
      </a:lvl1pPr>
      <a:lvl2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charset="0"/>
        </a:defRPr>
      </a:lvl2pPr>
      <a:lvl3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charset="0"/>
        </a:defRPr>
      </a:lvl3pPr>
      <a:lvl4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charset="0"/>
        </a:defRPr>
      </a:lvl4pPr>
      <a:lvl5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charset="0"/>
        </a:defRPr>
      </a:lvl5pPr>
      <a:lvl6pPr marL="457200"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charset="0"/>
        </a:defRPr>
      </a:lvl6pPr>
      <a:lvl7pPr marL="914400"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charset="0"/>
        </a:defRPr>
      </a:lvl7pPr>
      <a:lvl8pPr marL="1371600"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charset="0"/>
        </a:defRPr>
      </a:lvl8pPr>
      <a:lvl9pPr marL="1828800"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charset="0"/>
        </a:defRPr>
      </a:lvl9pPr>
    </p:titleStyle>
    <p:bodyStyle>
      <a:lvl1pPr marL="457200" indent="-457200" algn="l" rtl="0" eaLnBrk="0" fontAlgn="base" hangingPunct="0">
        <a:spcBef>
          <a:spcPct val="75000"/>
        </a:spcBef>
        <a:spcAft>
          <a:spcPct val="0"/>
        </a:spcAft>
        <a:buClr>
          <a:srgbClr val="006699"/>
        </a:buClr>
        <a:buSzPct val="85000"/>
        <a:buFont typeface="Wingdings" pitchFamily="2" charset="2"/>
        <a:buChar char="u"/>
        <a:defRPr sz="2800" b="1">
          <a:solidFill>
            <a:srgbClr val="336699"/>
          </a:solidFill>
          <a:latin typeface="+mn-lt"/>
          <a:ea typeface="+mn-ea"/>
          <a:cs typeface="+mn-cs"/>
        </a:defRPr>
      </a:lvl1pPr>
      <a:lvl2pPr marL="863600" indent="-292100" algn="l" rtl="0" eaLnBrk="0" fontAlgn="base" hangingPunct="0">
        <a:spcBef>
          <a:spcPct val="20000"/>
        </a:spcBef>
        <a:spcAft>
          <a:spcPct val="0"/>
        </a:spcAft>
        <a:buClr>
          <a:srgbClr val="7FDFC4"/>
        </a:buClr>
        <a:buSzPct val="110000"/>
        <a:buChar char="–"/>
        <a:defRPr sz="2400">
          <a:solidFill>
            <a:srgbClr val="336699"/>
          </a:solidFill>
          <a:latin typeface="+mn-lt"/>
        </a:defRPr>
      </a:lvl2pPr>
      <a:lvl3pPr marL="1201738" indent="-223838" algn="l" rtl="0" eaLnBrk="0" fontAlgn="base" hangingPunct="0">
        <a:spcBef>
          <a:spcPct val="20000"/>
        </a:spcBef>
        <a:spcAft>
          <a:spcPct val="0"/>
        </a:spcAft>
        <a:buClr>
          <a:srgbClr val="99FFCC"/>
        </a:buClr>
        <a:buFont typeface="Wingdings" pitchFamily="2" charset="2"/>
        <a:buChar char=""/>
        <a:defRPr sz="2000">
          <a:solidFill>
            <a:srgbClr val="336699"/>
          </a:solidFill>
          <a:latin typeface="+mn-lt"/>
        </a:defRPr>
      </a:lvl3pPr>
      <a:lvl4pPr marL="1541463" indent="-225425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90000"/>
        <a:buChar char="-"/>
        <a:defRPr>
          <a:solidFill>
            <a:srgbClr val="336699"/>
          </a:solidFill>
          <a:latin typeface="+mn-lt"/>
        </a:defRPr>
      </a:lvl4pPr>
      <a:lvl5pPr marL="1828800" indent="-173038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75000"/>
        <a:buFont typeface="Wingdings" pitchFamily="2" charset="2"/>
        <a:buChar char="w"/>
        <a:defRPr>
          <a:solidFill>
            <a:srgbClr val="336699"/>
          </a:solidFill>
          <a:latin typeface="+mn-lt"/>
        </a:defRPr>
      </a:lvl5pPr>
      <a:lvl6pPr marL="2286000" indent="-173038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75000"/>
        <a:buFont typeface="Wingdings" pitchFamily="2" charset="2"/>
        <a:buChar char="w"/>
        <a:defRPr>
          <a:solidFill>
            <a:srgbClr val="336699"/>
          </a:solidFill>
          <a:latin typeface="+mn-lt"/>
        </a:defRPr>
      </a:lvl6pPr>
      <a:lvl7pPr marL="2743200" indent="-173038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75000"/>
        <a:buFont typeface="Wingdings" pitchFamily="2" charset="2"/>
        <a:buChar char="w"/>
        <a:defRPr>
          <a:solidFill>
            <a:srgbClr val="336699"/>
          </a:solidFill>
          <a:latin typeface="+mn-lt"/>
        </a:defRPr>
      </a:lvl7pPr>
      <a:lvl8pPr marL="3200400" indent="-173038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75000"/>
        <a:buFont typeface="Wingdings" pitchFamily="2" charset="2"/>
        <a:buChar char="w"/>
        <a:defRPr>
          <a:solidFill>
            <a:srgbClr val="336699"/>
          </a:solidFill>
          <a:latin typeface="+mn-lt"/>
        </a:defRPr>
      </a:lvl8pPr>
      <a:lvl9pPr marL="3657600" indent="-173038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75000"/>
        <a:buFont typeface="Wingdings" pitchFamily="2" charset="2"/>
        <a:buChar char="w"/>
        <a:defRPr>
          <a:solidFill>
            <a:srgbClr val="336699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65125" y="-38100"/>
            <a:ext cx="7924800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869950" y="1524000"/>
            <a:ext cx="7400925" cy="1982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 Fifth level</a:t>
            </a:r>
          </a:p>
        </p:txBody>
      </p:sp>
      <p:sp>
        <p:nvSpPr>
          <p:cNvPr id="1028" name="Line 6"/>
          <p:cNvSpPr>
            <a:spLocks noChangeShapeType="1"/>
          </p:cNvSpPr>
          <p:nvPr/>
        </p:nvSpPr>
        <p:spPr bwMode="auto">
          <a:xfrm>
            <a:off x="0" y="819150"/>
            <a:ext cx="9144000" cy="0"/>
          </a:xfrm>
          <a:prstGeom prst="line">
            <a:avLst/>
          </a:prstGeom>
          <a:noFill/>
          <a:ln w="47625" cmpd="thickThin">
            <a:solidFill>
              <a:srgbClr val="336699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lnSpc>
                <a:spcPct val="90000"/>
              </a:lnSpc>
              <a:spcAft>
                <a:spcPct val="50000"/>
              </a:spcAft>
              <a:buFontTx/>
              <a:buChar char="•"/>
            </a:pPr>
            <a:endParaRPr lang="en-US" sz="2200">
              <a:solidFill>
                <a:srgbClr val="000000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68469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8" r:id="rId1"/>
    <p:sldLayoutId id="2147483789" r:id="rId2"/>
    <p:sldLayoutId id="2147483790" r:id="rId3"/>
    <p:sldLayoutId id="2147483791" r:id="rId4"/>
    <p:sldLayoutId id="2147483792" r:id="rId5"/>
    <p:sldLayoutId id="2147483793" r:id="rId6"/>
    <p:sldLayoutId id="2147483794" r:id="rId7"/>
    <p:sldLayoutId id="2147483795" r:id="rId8"/>
    <p:sldLayoutId id="2147483796" r:id="rId9"/>
    <p:sldLayoutId id="2147483799" r:id="rId10"/>
  </p:sldLayoutIdLst>
  <p:hf sldNum="0" hdr="0" ftr="0" dt="0"/>
  <p:txStyles>
    <p:titleStyle>
      <a:lvl1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+mj-lt"/>
          <a:ea typeface="+mj-ea"/>
          <a:cs typeface="+mj-cs"/>
        </a:defRPr>
      </a:lvl1pPr>
      <a:lvl2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2pPr>
      <a:lvl3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3pPr>
      <a:lvl4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4pPr>
      <a:lvl5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5pPr>
      <a:lvl6pPr marL="457200"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6pPr>
      <a:lvl7pPr marL="914400"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7pPr>
      <a:lvl8pPr marL="1371600"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8pPr>
      <a:lvl9pPr marL="1828800"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9pPr>
    </p:titleStyle>
    <p:bodyStyle>
      <a:lvl1pPr marL="457200" indent="-457200" algn="l" rtl="0" eaLnBrk="0" fontAlgn="base" hangingPunct="0">
        <a:spcBef>
          <a:spcPct val="75000"/>
        </a:spcBef>
        <a:spcAft>
          <a:spcPct val="0"/>
        </a:spcAft>
        <a:buClr>
          <a:srgbClr val="006699"/>
        </a:buClr>
        <a:buSzPct val="85000"/>
        <a:buFont typeface="Wingdings" pitchFamily="2" charset="2"/>
        <a:buChar char="u"/>
        <a:defRPr sz="2800" b="1">
          <a:solidFill>
            <a:srgbClr val="336699"/>
          </a:solidFill>
          <a:latin typeface="+mn-lt"/>
          <a:ea typeface="+mn-ea"/>
          <a:cs typeface="+mn-cs"/>
        </a:defRPr>
      </a:lvl1pPr>
      <a:lvl2pPr marL="863600" indent="-292100" algn="l" rtl="0" eaLnBrk="0" fontAlgn="base" hangingPunct="0">
        <a:spcBef>
          <a:spcPct val="20000"/>
        </a:spcBef>
        <a:spcAft>
          <a:spcPct val="0"/>
        </a:spcAft>
        <a:buClr>
          <a:srgbClr val="7FDFC4"/>
        </a:buClr>
        <a:buSzPct val="110000"/>
        <a:buChar char="–"/>
        <a:defRPr sz="2400">
          <a:solidFill>
            <a:srgbClr val="336699"/>
          </a:solidFill>
          <a:latin typeface="+mn-lt"/>
        </a:defRPr>
      </a:lvl2pPr>
      <a:lvl3pPr marL="1201738" indent="-223838" algn="l" rtl="0" eaLnBrk="0" fontAlgn="base" hangingPunct="0">
        <a:spcBef>
          <a:spcPct val="20000"/>
        </a:spcBef>
        <a:spcAft>
          <a:spcPct val="0"/>
        </a:spcAft>
        <a:buClr>
          <a:srgbClr val="99FFCC"/>
        </a:buClr>
        <a:buFont typeface="Wingdings" pitchFamily="2" charset="2"/>
        <a:buChar char=""/>
        <a:defRPr sz="2000">
          <a:solidFill>
            <a:srgbClr val="336699"/>
          </a:solidFill>
          <a:latin typeface="+mn-lt"/>
        </a:defRPr>
      </a:lvl3pPr>
      <a:lvl4pPr marL="1541463" indent="-225425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90000"/>
        <a:buChar char="-"/>
        <a:defRPr>
          <a:solidFill>
            <a:srgbClr val="336699"/>
          </a:solidFill>
          <a:latin typeface="+mn-lt"/>
        </a:defRPr>
      </a:lvl4pPr>
      <a:lvl5pPr marL="1828800" indent="-173038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75000"/>
        <a:buFont typeface="Wingdings" pitchFamily="2" charset="2"/>
        <a:buChar char="w"/>
        <a:defRPr>
          <a:solidFill>
            <a:srgbClr val="336699"/>
          </a:solidFill>
          <a:latin typeface="+mn-lt"/>
        </a:defRPr>
      </a:lvl5pPr>
      <a:lvl6pPr marL="2286000" indent="-173038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75000"/>
        <a:buFont typeface="Wingdings" pitchFamily="2" charset="2"/>
        <a:buChar char="w"/>
        <a:defRPr>
          <a:solidFill>
            <a:srgbClr val="336699"/>
          </a:solidFill>
          <a:latin typeface="+mn-lt"/>
        </a:defRPr>
      </a:lvl6pPr>
      <a:lvl7pPr marL="2743200" indent="-173038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75000"/>
        <a:buFont typeface="Wingdings" pitchFamily="2" charset="2"/>
        <a:buChar char="w"/>
        <a:defRPr>
          <a:solidFill>
            <a:srgbClr val="336699"/>
          </a:solidFill>
          <a:latin typeface="+mn-lt"/>
        </a:defRPr>
      </a:lvl7pPr>
      <a:lvl8pPr marL="3200400" indent="-173038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75000"/>
        <a:buFont typeface="Wingdings" pitchFamily="2" charset="2"/>
        <a:buChar char="w"/>
        <a:defRPr>
          <a:solidFill>
            <a:srgbClr val="336699"/>
          </a:solidFill>
          <a:latin typeface="+mn-lt"/>
        </a:defRPr>
      </a:lvl8pPr>
      <a:lvl9pPr marL="3657600" indent="-173038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75000"/>
        <a:buFont typeface="Wingdings" pitchFamily="2" charset="2"/>
        <a:buChar char="w"/>
        <a:defRPr>
          <a:solidFill>
            <a:srgbClr val="336699"/>
          </a:solidFill>
          <a:latin typeface="+mn-lt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65125" y="-38100"/>
            <a:ext cx="7924800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869950" y="1524000"/>
            <a:ext cx="7400925" cy="1982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 Fifth level</a:t>
            </a:r>
          </a:p>
        </p:txBody>
      </p:sp>
      <p:sp>
        <p:nvSpPr>
          <p:cNvPr id="1028" name="Line 6"/>
          <p:cNvSpPr>
            <a:spLocks noChangeShapeType="1"/>
          </p:cNvSpPr>
          <p:nvPr/>
        </p:nvSpPr>
        <p:spPr bwMode="auto">
          <a:xfrm>
            <a:off x="0" y="819150"/>
            <a:ext cx="9144000" cy="0"/>
          </a:xfrm>
          <a:prstGeom prst="line">
            <a:avLst/>
          </a:prstGeom>
          <a:noFill/>
          <a:ln w="47625" cmpd="thickThin">
            <a:solidFill>
              <a:srgbClr val="336699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lnSpc>
                <a:spcPct val="90000"/>
              </a:lnSpc>
              <a:spcAft>
                <a:spcPct val="50000"/>
              </a:spcAft>
              <a:buFontTx/>
              <a:buChar char="•"/>
            </a:pPr>
            <a:endParaRPr lang="en-US" sz="2200">
              <a:solidFill>
                <a:srgbClr val="000000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52626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1" r:id="rId1"/>
    <p:sldLayoutId id="2147483802" r:id="rId2"/>
    <p:sldLayoutId id="2147483806" r:id="rId3"/>
    <p:sldLayoutId id="2147483807" r:id="rId4"/>
    <p:sldLayoutId id="2147483808" r:id="rId5"/>
    <p:sldLayoutId id="2147483809" r:id="rId6"/>
    <p:sldLayoutId id="2147483810" r:id="rId7"/>
    <p:sldLayoutId id="2147483811" r:id="rId8"/>
    <p:sldLayoutId id="2147483812" r:id="rId9"/>
  </p:sldLayoutIdLst>
  <p:hf sldNum="0" hdr="0" ftr="0" dt="0"/>
  <p:txStyles>
    <p:titleStyle>
      <a:lvl1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+mj-lt"/>
          <a:ea typeface="+mj-ea"/>
          <a:cs typeface="+mj-cs"/>
        </a:defRPr>
      </a:lvl1pPr>
      <a:lvl2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2pPr>
      <a:lvl3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3pPr>
      <a:lvl4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4pPr>
      <a:lvl5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5pPr>
      <a:lvl6pPr marL="457200"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6pPr>
      <a:lvl7pPr marL="914400"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7pPr>
      <a:lvl8pPr marL="1371600"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8pPr>
      <a:lvl9pPr marL="1828800"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9pPr>
    </p:titleStyle>
    <p:bodyStyle>
      <a:lvl1pPr marL="457200" indent="-457200" algn="l" rtl="0" eaLnBrk="0" fontAlgn="base" hangingPunct="0">
        <a:spcBef>
          <a:spcPct val="75000"/>
        </a:spcBef>
        <a:spcAft>
          <a:spcPct val="0"/>
        </a:spcAft>
        <a:buClr>
          <a:srgbClr val="006699"/>
        </a:buClr>
        <a:buSzPct val="85000"/>
        <a:buFont typeface="Wingdings" pitchFamily="2" charset="2"/>
        <a:buChar char="u"/>
        <a:defRPr sz="2800" b="1">
          <a:solidFill>
            <a:srgbClr val="336699"/>
          </a:solidFill>
          <a:latin typeface="+mn-lt"/>
          <a:ea typeface="+mn-ea"/>
          <a:cs typeface="+mn-cs"/>
        </a:defRPr>
      </a:lvl1pPr>
      <a:lvl2pPr marL="863600" indent="-292100" algn="l" rtl="0" eaLnBrk="0" fontAlgn="base" hangingPunct="0">
        <a:spcBef>
          <a:spcPct val="20000"/>
        </a:spcBef>
        <a:spcAft>
          <a:spcPct val="0"/>
        </a:spcAft>
        <a:buClr>
          <a:srgbClr val="7FDFC4"/>
        </a:buClr>
        <a:buSzPct val="110000"/>
        <a:buChar char="–"/>
        <a:defRPr sz="2400">
          <a:solidFill>
            <a:srgbClr val="336699"/>
          </a:solidFill>
          <a:latin typeface="+mn-lt"/>
        </a:defRPr>
      </a:lvl2pPr>
      <a:lvl3pPr marL="1201738" indent="-223838" algn="l" rtl="0" eaLnBrk="0" fontAlgn="base" hangingPunct="0">
        <a:spcBef>
          <a:spcPct val="20000"/>
        </a:spcBef>
        <a:spcAft>
          <a:spcPct val="0"/>
        </a:spcAft>
        <a:buClr>
          <a:srgbClr val="99FFCC"/>
        </a:buClr>
        <a:buFont typeface="Wingdings" pitchFamily="2" charset="2"/>
        <a:buChar char=""/>
        <a:defRPr sz="2000">
          <a:solidFill>
            <a:srgbClr val="336699"/>
          </a:solidFill>
          <a:latin typeface="+mn-lt"/>
        </a:defRPr>
      </a:lvl3pPr>
      <a:lvl4pPr marL="1541463" indent="-225425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90000"/>
        <a:buChar char="-"/>
        <a:defRPr>
          <a:solidFill>
            <a:srgbClr val="336699"/>
          </a:solidFill>
          <a:latin typeface="+mn-lt"/>
        </a:defRPr>
      </a:lvl4pPr>
      <a:lvl5pPr marL="1828800" indent="-173038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75000"/>
        <a:buFont typeface="Wingdings" pitchFamily="2" charset="2"/>
        <a:buChar char="w"/>
        <a:defRPr>
          <a:solidFill>
            <a:srgbClr val="336699"/>
          </a:solidFill>
          <a:latin typeface="+mn-lt"/>
        </a:defRPr>
      </a:lvl5pPr>
      <a:lvl6pPr marL="2286000" indent="-173038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75000"/>
        <a:buFont typeface="Wingdings" pitchFamily="2" charset="2"/>
        <a:buChar char="w"/>
        <a:defRPr>
          <a:solidFill>
            <a:srgbClr val="336699"/>
          </a:solidFill>
          <a:latin typeface="+mn-lt"/>
        </a:defRPr>
      </a:lvl6pPr>
      <a:lvl7pPr marL="2743200" indent="-173038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75000"/>
        <a:buFont typeface="Wingdings" pitchFamily="2" charset="2"/>
        <a:buChar char="w"/>
        <a:defRPr>
          <a:solidFill>
            <a:srgbClr val="336699"/>
          </a:solidFill>
          <a:latin typeface="+mn-lt"/>
        </a:defRPr>
      </a:lvl7pPr>
      <a:lvl8pPr marL="3200400" indent="-173038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75000"/>
        <a:buFont typeface="Wingdings" pitchFamily="2" charset="2"/>
        <a:buChar char="w"/>
        <a:defRPr>
          <a:solidFill>
            <a:srgbClr val="336699"/>
          </a:solidFill>
          <a:latin typeface="+mn-lt"/>
        </a:defRPr>
      </a:lvl8pPr>
      <a:lvl9pPr marL="3657600" indent="-173038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75000"/>
        <a:buFont typeface="Wingdings" pitchFamily="2" charset="2"/>
        <a:buChar char="w"/>
        <a:defRPr>
          <a:solidFill>
            <a:srgbClr val="336699"/>
          </a:solidFill>
          <a:latin typeface="+mn-lt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65125" y="-38100"/>
            <a:ext cx="7924800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869950" y="1524000"/>
            <a:ext cx="7400925" cy="1982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 Fifth level</a:t>
            </a:r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0" y="6694488"/>
            <a:ext cx="260350" cy="1222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r">
              <a:spcBef>
                <a:spcPct val="30000"/>
              </a:spcBef>
              <a:spcAft>
                <a:spcPct val="0"/>
              </a:spcAft>
              <a:buFontTx/>
              <a:buNone/>
              <a:defRPr sz="900" b="0">
                <a:solidFill>
                  <a:srgbClr val="000000"/>
                </a:solidFill>
              </a:defRPr>
            </a:lvl1pPr>
          </a:lstStyle>
          <a:p>
            <a:pPr>
              <a:lnSpc>
                <a:spcPct val="90000"/>
              </a:lnSpc>
              <a:defRPr/>
            </a:pPr>
            <a:fld id="{8BDC377B-EC9C-4253-A88C-5B0E49C4E108}" type="slidenum">
              <a:rPr lang="en-US">
                <a:latin typeface="Arial" pitchFamily="34" charset="0"/>
              </a:rPr>
              <a:pPr>
                <a:lnSpc>
                  <a:spcPct val="90000"/>
                </a:lnSpc>
                <a:defRPr/>
              </a:pPr>
              <a:t>‹#›</a:t>
            </a:fld>
            <a:endParaRPr lang="en-US">
              <a:latin typeface="Arial" pitchFamily="34" charset="0"/>
            </a:endParaRPr>
          </a:p>
        </p:txBody>
      </p:sp>
      <p:sp>
        <p:nvSpPr>
          <p:cNvPr id="9221" name="Line 6"/>
          <p:cNvSpPr>
            <a:spLocks noChangeShapeType="1"/>
          </p:cNvSpPr>
          <p:nvPr/>
        </p:nvSpPr>
        <p:spPr bwMode="auto">
          <a:xfrm>
            <a:off x="0" y="819150"/>
            <a:ext cx="9144000" cy="0"/>
          </a:xfrm>
          <a:prstGeom prst="line">
            <a:avLst/>
          </a:prstGeom>
          <a:noFill/>
          <a:ln w="47625" cmpd="thickThin">
            <a:solidFill>
              <a:srgbClr val="336699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lnSpc>
                <a:spcPct val="90000"/>
              </a:lnSpc>
              <a:spcAft>
                <a:spcPct val="50000"/>
              </a:spcAft>
              <a:buFontTx/>
              <a:buChar char="•"/>
            </a:pPr>
            <a:endParaRPr lang="tr-TR" sz="2200" b="1">
              <a:solidFill>
                <a:srgbClr val="000000"/>
              </a:solidFill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3467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4" r:id="rId1"/>
    <p:sldLayoutId id="2147483815" r:id="rId2"/>
    <p:sldLayoutId id="2147483816" r:id="rId3"/>
    <p:sldLayoutId id="2147483817" r:id="rId4"/>
    <p:sldLayoutId id="2147483818" r:id="rId5"/>
    <p:sldLayoutId id="2147483819" r:id="rId6"/>
    <p:sldLayoutId id="2147483820" r:id="rId7"/>
    <p:sldLayoutId id="2147483821" r:id="rId8"/>
    <p:sldLayoutId id="2147483822" r:id="rId9"/>
    <p:sldLayoutId id="2147483823" r:id="rId10"/>
    <p:sldLayoutId id="2147483824" r:id="rId11"/>
    <p:sldLayoutId id="2147483825" r:id="rId12"/>
  </p:sldLayoutIdLst>
  <p:hf sldNum="0" hdr="0" ftr="0" dt="0"/>
  <p:txStyles>
    <p:titleStyle>
      <a:lvl1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+mj-lt"/>
          <a:ea typeface="+mj-ea"/>
          <a:cs typeface="+mj-cs"/>
        </a:defRPr>
      </a:lvl1pPr>
      <a:lvl2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2pPr>
      <a:lvl3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3pPr>
      <a:lvl4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4pPr>
      <a:lvl5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5pPr>
      <a:lvl6pPr marL="457200"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6pPr>
      <a:lvl7pPr marL="914400"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7pPr>
      <a:lvl8pPr marL="1371600"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8pPr>
      <a:lvl9pPr marL="1828800"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9pPr>
    </p:titleStyle>
    <p:bodyStyle>
      <a:lvl1pPr marL="457200" indent="-457200" algn="l" rtl="0" eaLnBrk="0" fontAlgn="base" hangingPunct="0">
        <a:spcBef>
          <a:spcPct val="75000"/>
        </a:spcBef>
        <a:spcAft>
          <a:spcPct val="0"/>
        </a:spcAft>
        <a:buClr>
          <a:srgbClr val="006699"/>
        </a:buClr>
        <a:buSzPct val="85000"/>
        <a:buFont typeface="Wingdings" pitchFamily="2" charset="2"/>
        <a:buChar char="u"/>
        <a:defRPr sz="2800" b="1">
          <a:solidFill>
            <a:srgbClr val="336699"/>
          </a:solidFill>
          <a:latin typeface="+mn-lt"/>
          <a:ea typeface="+mn-ea"/>
          <a:cs typeface="+mn-cs"/>
        </a:defRPr>
      </a:lvl1pPr>
      <a:lvl2pPr marL="863600" indent="-292100" algn="l" rtl="0" eaLnBrk="0" fontAlgn="base" hangingPunct="0">
        <a:spcBef>
          <a:spcPct val="20000"/>
        </a:spcBef>
        <a:spcAft>
          <a:spcPct val="0"/>
        </a:spcAft>
        <a:buClr>
          <a:srgbClr val="7FDFC4"/>
        </a:buClr>
        <a:buSzPct val="110000"/>
        <a:buChar char="–"/>
        <a:defRPr sz="2400">
          <a:solidFill>
            <a:srgbClr val="336699"/>
          </a:solidFill>
          <a:latin typeface="+mn-lt"/>
        </a:defRPr>
      </a:lvl2pPr>
      <a:lvl3pPr marL="1201738" indent="-223838" algn="l" rtl="0" eaLnBrk="0" fontAlgn="base" hangingPunct="0">
        <a:spcBef>
          <a:spcPct val="20000"/>
        </a:spcBef>
        <a:spcAft>
          <a:spcPct val="0"/>
        </a:spcAft>
        <a:buClr>
          <a:srgbClr val="99FFCC"/>
        </a:buClr>
        <a:buFont typeface="Wingdings" pitchFamily="2" charset="2"/>
        <a:buChar char=""/>
        <a:defRPr sz="2000">
          <a:solidFill>
            <a:srgbClr val="336699"/>
          </a:solidFill>
          <a:latin typeface="+mn-lt"/>
        </a:defRPr>
      </a:lvl3pPr>
      <a:lvl4pPr marL="1541463" indent="-225425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90000"/>
        <a:buChar char="-"/>
        <a:defRPr>
          <a:solidFill>
            <a:srgbClr val="336699"/>
          </a:solidFill>
          <a:latin typeface="+mn-lt"/>
        </a:defRPr>
      </a:lvl4pPr>
      <a:lvl5pPr marL="1828800" indent="-173038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75000"/>
        <a:buFont typeface="Wingdings" pitchFamily="2" charset="2"/>
        <a:buChar char="w"/>
        <a:defRPr>
          <a:solidFill>
            <a:srgbClr val="336699"/>
          </a:solidFill>
          <a:latin typeface="+mn-lt"/>
        </a:defRPr>
      </a:lvl5pPr>
      <a:lvl6pPr marL="2286000" indent="-173038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75000"/>
        <a:buFont typeface="Wingdings" pitchFamily="2" charset="2"/>
        <a:buChar char="w"/>
        <a:defRPr>
          <a:solidFill>
            <a:srgbClr val="336699"/>
          </a:solidFill>
          <a:latin typeface="+mn-lt"/>
        </a:defRPr>
      </a:lvl6pPr>
      <a:lvl7pPr marL="2743200" indent="-173038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75000"/>
        <a:buFont typeface="Wingdings" pitchFamily="2" charset="2"/>
        <a:buChar char="w"/>
        <a:defRPr>
          <a:solidFill>
            <a:srgbClr val="336699"/>
          </a:solidFill>
          <a:latin typeface="+mn-lt"/>
        </a:defRPr>
      </a:lvl7pPr>
      <a:lvl8pPr marL="3200400" indent="-173038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75000"/>
        <a:buFont typeface="Wingdings" pitchFamily="2" charset="2"/>
        <a:buChar char="w"/>
        <a:defRPr>
          <a:solidFill>
            <a:srgbClr val="336699"/>
          </a:solidFill>
          <a:latin typeface="+mn-lt"/>
        </a:defRPr>
      </a:lvl8pPr>
      <a:lvl9pPr marL="3657600" indent="-173038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75000"/>
        <a:buFont typeface="Wingdings" pitchFamily="2" charset="2"/>
        <a:buChar char="w"/>
        <a:defRPr>
          <a:solidFill>
            <a:srgbClr val="336699"/>
          </a:solidFill>
          <a:latin typeface="+mn-lt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65125" y="-38100"/>
            <a:ext cx="7924800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tr-TR"/>
              <a:t>Click To Edit Master Title Style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869950" y="1524000"/>
            <a:ext cx="7400925" cy="1982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altLang="tr-TR"/>
              <a:t>Click to edit Master text styles</a:t>
            </a:r>
          </a:p>
          <a:p>
            <a:pPr lvl="1"/>
            <a:r>
              <a:rPr lang="en-US" altLang="tr-TR"/>
              <a:t>Second level</a:t>
            </a:r>
          </a:p>
          <a:p>
            <a:pPr lvl="2"/>
            <a:r>
              <a:rPr lang="en-US" altLang="tr-TR"/>
              <a:t>Third level</a:t>
            </a:r>
          </a:p>
          <a:p>
            <a:pPr lvl="3"/>
            <a:r>
              <a:rPr lang="en-US" altLang="tr-TR"/>
              <a:t>Fourth level</a:t>
            </a:r>
          </a:p>
          <a:p>
            <a:pPr lvl="4"/>
            <a:r>
              <a:rPr lang="en-US" altLang="tr-TR"/>
              <a:t> Fifth level</a:t>
            </a:r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0" y="6694488"/>
            <a:ext cx="260350" cy="1222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r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Tx/>
              <a:buNone/>
              <a:defRPr sz="900" b="0">
                <a:solidFill>
                  <a:srgbClr val="000000"/>
                </a:solidFill>
                <a:latin typeface="Arial" pitchFamily="34" charset="0"/>
              </a:defRPr>
            </a:lvl1pPr>
          </a:lstStyle>
          <a:p>
            <a:pPr>
              <a:defRPr/>
            </a:pPr>
            <a:fld id="{08E6CDD4-4A55-4656-9F51-403AD196A10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8197" name="Line 6"/>
          <p:cNvSpPr>
            <a:spLocks noChangeShapeType="1"/>
          </p:cNvSpPr>
          <p:nvPr/>
        </p:nvSpPr>
        <p:spPr bwMode="auto">
          <a:xfrm>
            <a:off x="0" y="819150"/>
            <a:ext cx="9144000" cy="0"/>
          </a:xfrm>
          <a:prstGeom prst="line">
            <a:avLst/>
          </a:prstGeom>
          <a:noFill/>
          <a:ln w="47625" cmpd="thickThin">
            <a:solidFill>
              <a:srgbClr val="336699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tr-TR" sz="12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672177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8" r:id="rId1"/>
    <p:sldLayoutId id="2147483832" r:id="rId2"/>
    <p:sldLayoutId id="2147483835" r:id="rId3"/>
    <p:sldLayoutId id="2147483838" r:id="rId4"/>
  </p:sldLayoutIdLst>
  <p:hf sldNum="0" hdr="0" ftr="0" dt="0"/>
  <p:txStyles>
    <p:titleStyle>
      <a:lvl1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+mj-lt"/>
          <a:ea typeface="+mj-ea"/>
          <a:cs typeface="+mj-cs"/>
        </a:defRPr>
      </a:lvl1pPr>
      <a:lvl2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2pPr>
      <a:lvl3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3pPr>
      <a:lvl4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4pPr>
      <a:lvl5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5pPr>
      <a:lvl6pPr marL="457200"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6pPr>
      <a:lvl7pPr marL="914400"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7pPr>
      <a:lvl8pPr marL="1371600"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8pPr>
      <a:lvl9pPr marL="1828800"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9pPr>
    </p:titleStyle>
    <p:bodyStyle>
      <a:lvl1pPr marL="457200" indent="-457200" algn="l" rtl="0" eaLnBrk="0" fontAlgn="base" hangingPunct="0">
        <a:spcBef>
          <a:spcPct val="75000"/>
        </a:spcBef>
        <a:spcAft>
          <a:spcPct val="0"/>
        </a:spcAft>
        <a:buClr>
          <a:srgbClr val="006699"/>
        </a:buClr>
        <a:buSzPct val="85000"/>
        <a:buFont typeface="Wingdings" panose="05000000000000000000" pitchFamily="2" charset="2"/>
        <a:buChar char="u"/>
        <a:defRPr sz="2800" b="1">
          <a:solidFill>
            <a:srgbClr val="336699"/>
          </a:solidFill>
          <a:latin typeface="+mn-lt"/>
          <a:ea typeface="+mn-ea"/>
          <a:cs typeface="+mn-cs"/>
        </a:defRPr>
      </a:lvl1pPr>
      <a:lvl2pPr marL="863600" indent="-292100" algn="l" rtl="0" eaLnBrk="0" fontAlgn="base" hangingPunct="0">
        <a:spcBef>
          <a:spcPct val="20000"/>
        </a:spcBef>
        <a:spcAft>
          <a:spcPct val="0"/>
        </a:spcAft>
        <a:buClr>
          <a:srgbClr val="7FDFC4"/>
        </a:buClr>
        <a:buSzPct val="110000"/>
        <a:buChar char="–"/>
        <a:defRPr sz="2400">
          <a:solidFill>
            <a:srgbClr val="336699"/>
          </a:solidFill>
          <a:latin typeface="+mn-lt"/>
        </a:defRPr>
      </a:lvl2pPr>
      <a:lvl3pPr marL="1201738" indent="-223838" algn="l" rtl="0" eaLnBrk="0" fontAlgn="base" hangingPunct="0">
        <a:spcBef>
          <a:spcPct val="20000"/>
        </a:spcBef>
        <a:spcAft>
          <a:spcPct val="0"/>
        </a:spcAft>
        <a:buClr>
          <a:srgbClr val="99FFCC"/>
        </a:buClr>
        <a:buFont typeface="Wingdings" panose="05000000000000000000" pitchFamily="2" charset="2"/>
        <a:buChar char=""/>
        <a:defRPr sz="2000">
          <a:solidFill>
            <a:srgbClr val="336699"/>
          </a:solidFill>
          <a:latin typeface="+mn-lt"/>
        </a:defRPr>
      </a:lvl3pPr>
      <a:lvl4pPr marL="1541463" indent="-225425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90000"/>
        <a:buChar char="-"/>
        <a:defRPr>
          <a:solidFill>
            <a:srgbClr val="336699"/>
          </a:solidFill>
          <a:latin typeface="+mn-lt"/>
        </a:defRPr>
      </a:lvl4pPr>
      <a:lvl5pPr marL="1828800" indent="-173038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75000"/>
        <a:buFont typeface="Wingdings" panose="05000000000000000000" pitchFamily="2" charset="2"/>
        <a:buChar char="w"/>
        <a:defRPr>
          <a:solidFill>
            <a:srgbClr val="336699"/>
          </a:solidFill>
          <a:latin typeface="+mn-lt"/>
        </a:defRPr>
      </a:lvl5pPr>
      <a:lvl6pPr marL="2286000" indent="-173038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75000"/>
        <a:buFont typeface="Wingdings" pitchFamily="2" charset="2"/>
        <a:buChar char="w"/>
        <a:defRPr>
          <a:solidFill>
            <a:srgbClr val="336699"/>
          </a:solidFill>
          <a:latin typeface="+mn-lt"/>
        </a:defRPr>
      </a:lvl6pPr>
      <a:lvl7pPr marL="2743200" indent="-173038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75000"/>
        <a:buFont typeface="Wingdings" pitchFamily="2" charset="2"/>
        <a:buChar char="w"/>
        <a:defRPr>
          <a:solidFill>
            <a:srgbClr val="336699"/>
          </a:solidFill>
          <a:latin typeface="+mn-lt"/>
        </a:defRPr>
      </a:lvl7pPr>
      <a:lvl8pPr marL="3200400" indent="-173038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75000"/>
        <a:buFont typeface="Wingdings" pitchFamily="2" charset="2"/>
        <a:buChar char="w"/>
        <a:defRPr>
          <a:solidFill>
            <a:srgbClr val="336699"/>
          </a:solidFill>
          <a:latin typeface="+mn-lt"/>
        </a:defRPr>
      </a:lvl8pPr>
      <a:lvl9pPr marL="3657600" indent="-173038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75000"/>
        <a:buFont typeface="Wingdings" pitchFamily="2" charset="2"/>
        <a:buChar char="w"/>
        <a:defRPr>
          <a:solidFill>
            <a:srgbClr val="336699"/>
          </a:solidFill>
          <a:latin typeface="+mn-lt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7000" r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3" name="Rectangle 3"/>
          <p:cNvSpPr>
            <a:spLocks noChangeArrowheads="1"/>
          </p:cNvSpPr>
          <p:nvPr/>
        </p:nvSpPr>
        <p:spPr bwMode="auto">
          <a:xfrm>
            <a:off x="0" y="698500"/>
            <a:ext cx="9144000" cy="24054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ctr"/>
          <a:lstStyle>
            <a:lvl1pPr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itchFamily="2" charset="2"/>
              <a:buChar char="q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spcBef>
                <a:spcPct val="2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lvl="0" algn="ctr">
              <a:lnSpc>
                <a:spcPct val="95000"/>
              </a:lnSpc>
              <a:spcBef>
                <a:spcPct val="0"/>
              </a:spcBef>
              <a:buClrTx/>
              <a:buSzTx/>
              <a:buNone/>
              <a:defRPr/>
            </a:pPr>
            <a:endParaRPr lang="tr-TR" sz="32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algn="ctr">
              <a:lnSpc>
                <a:spcPct val="95000"/>
              </a:lnSpc>
              <a:spcBef>
                <a:spcPct val="0"/>
              </a:spcBef>
              <a:buClrTx/>
              <a:buSzTx/>
              <a:buNone/>
              <a:defRPr/>
            </a:pPr>
            <a:r>
              <a:rPr lang="tr-TR" sz="3600" b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Web Programlama</a:t>
            </a:r>
            <a:endParaRPr lang="tr-TR" sz="20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algn="ctr">
              <a:lnSpc>
                <a:spcPct val="95000"/>
              </a:lnSpc>
              <a:spcBef>
                <a:spcPct val="0"/>
              </a:spcBef>
              <a:buClrTx/>
              <a:buSzTx/>
              <a:buNone/>
              <a:defRPr/>
            </a:pPr>
            <a:endParaRPr lang="en-US" sz="20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algn="ctr">
              <a:lnSpc>
                <a:spcPct val="95000"/>
              </a:lnSpc>
              <a:spcBef>
                <a:spcPct val="0"/>
              </a:spcBef>
              <a:buClrTx/>
              <a:buSzTx/>
              <a:buNone/>
              <a:defRPr/>
            </a:pPr>
            <a:r>
              <a:rPr kumimoji="0" lang="tr-TR" altLang="tr-TR" sz="32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Çerez (</a:t>
            </a:r>
            <a:r>
              <a:rPr kumimoji="0" lang="tr-TR" altLang="tr-TR" sz="3200" b="1" i="0" u="none" strike="noStrike" kern="120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Cookie</a:t>
            </a:r>
            <a:r>
              <a:rPr kumimoji="0" lang="tr-TR" altLang="tr-TR" sz="32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) ve Oturum (</a:t>
            </a:r>
            <a:r>
              <a:rPr kumimoji="0" lang="tr-TR" altLang="tr-TR" sz="3200" b="1" i="0" u="none" strike="noStrike" kern="120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Session</a:t>
            </a:r>
            <a:r>
              <a:rPr kumimoji="0" lang="tr-TR" altLang="tr-TR" sz="32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) Yönetimi</a:t>
            </a:r>
            <a:endParaRPr kumimoji="0" lang="en-US" altLang="tr-TR" sz="26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Arial" panose="020B0604020202020204" pitchFamily="34" charset="0"/>
              <a:ea typeface="ＭＳ Ｐゴシック" pitchFamily="34" charset="-128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60667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540"/>
            <a:ext cx="9144000" cy="800100"/>
          </a:xfrm>
        </p:spPr>
        <p:txBody>
          <a:bodyPr/>
          <a:lstStyle/>
          <a:p>
            <a:r>
              <a:rPr lang="tr-TR" sz="3200" dirty="0"/>
              <a:t>Çerez (</a:t>
            </a:r>
            <a:r>
              <a:rPr lang="tr-TR" sz="3200" dirty="0" err="1"/>
              <a:t>Cookie</a:t>
            </a:r>
            <a:r>
              <a:rPr lang="tr-TR" sz="3200" dirty="0"/>
              <a:t>) Nedir?</a:t>
            </a:r>
            <a:endParaRPr lang="en-US" sz="3200" dirty="0"/>
          </a:p>
        </p:txBody>
      </p:sp>
      <p:sp>
        <p:nvSpPr>
          <p:cNvPr id="154627" name="Rectangle 3"/>
          <p:cNvSpPr>
            <a:spLocks noChangeArrowheads="1"/>
          </p:cNvSpPr>
          <p:nvPr/>
        </p:nvSpPr>
        <p:spPr bwMode="auto">
          <a:xfrm>
            <a:off x="0" y="876300"/>
            <a:ext cx="9144000" cy="57011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Bir çerez (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cookie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) genellikle bir kullanıcıyı tanımlamak için kullanılır. 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Çerez, sunucunun kullanıcının bilgisayarına yerleştirdiği küçük bir dosyadır.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Aynı bilgisayar bir tarayıcıyla bir sayfa talep ettiğinde, çerez de gönderilir. 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PHP ile çerezleri hem oluşturabilir hem de çerez değerlerini alabilirsiniz.</a:t>
            </a:r>
          </a:p>
        </p:txBody>
      </p:sp>
    </p:spTree>
    <p:extLst>
      <p:ext uri="{BB962C8B-B14F-4D97-AF65-F5344CB8AC3E}">
        <p14:creationId xmlns:p14="http://schemas.microsoft.com/office/powerpoint/2010/main" val="9125386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540"/>
            <a:ext cx="9144000" cy="800100"/>
          </a:xfrm>
        </p:spPr>
        <p:txBody>
          <a:bodyPr/>
          <a:lstStyle/>
          <a:p>
            <a:r>
              <a:rPr lang="tr-TR" sz="3200" dirty="0"/>
              <a:t>Çerez Yaratma</a:t>
            </a:r>
            <a:endParaRPr lang="en-US" sz="3200" dirty="0"/>
          </a:p>
        </p:txBody>
      </p:sp>
      <p:sp>
        <p:nvSpPr>
          <p:cNvPr id="154627" name="Rectangle 3"/>
          <p:cNvSpPr>
            <a:spLocks noChangeArrowheads="1"/>
          </p:cNvSpPr>
          <p:nvPr/>
        </p:nvSpPr>
        <p:spPr bwMode="auto">
          <a:xfrm>
            <a:off x="0" y="876301"/>
            <a:ext cx="9144000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PHP ile çerez yaratmak için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setcookie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() fonksiyonu kullanılır.</a:t>
            </a:r>
          </a:p>
          <a:p>
            <a:pPr marL="171450" lvl="1">
              <a:spcBef>
                <a:spcPct val="20000"/>
              </a:spcBef>
              <a:buClr>
                <a:srgbClr val="0066CC"/>
              </a:buClr>
              <a:buSzPct val="75000"/>
            </a:pPr>
            <a:endParaRPr lang="tr-TR" dirty="0">
              <a:solidFill>
                <a:srgbClr val="000000"/>
              </a:solidFill>
              <a:latin typeface="Arial" pitchFamily="34" charset="0"/>
            </a:endParaRPr>
          </a:p>
          <a:p>
            <a:pPr marL="171450" lvl="1">
              <a:spcBef>
                <a:spcPct val="20000"/>
              </a:spcBef>
              <a:buClr>
                <a:srgbClr val="0066CC"/>
              </a:buClr>
              <a:buSzPct val="75000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Sözdizimi:</a:t>
            </a:r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681C4ED4-C784-49CE-89F6-19A7C9B7184E}"/>
              </a:ext>
            </a:extLst>
          </p:cNvPr>
          <p:cNvSpPr txBox="1"/>
          <p:nvPr/>
        </p:nvSpPr>
        <p:spPr>
          <a:xfrm>
            <a:off x="268447" y="2167764"/>
            <a:ext cx="8305101" cy="830997"/>
          </a:xfrm>
          <a:prstGeom prst="rect">
            <a:avLst/>
          </a:prstGeom>
          <a:solidFill>
            <a:schemeClr val="accent3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0" i="0" u="none" strike="noStrike" baseline="0" dirty="0" err="1">
                <a:solidFill>
                  <a:schemeClr val="accent4"/>
                </a:solidFill>
                <a:latin typeface="Courier New" panose="02070309020205020404" pitchFamily="49" charset="0"/>
              </a:rPr>
              <a:t>setcookie</a:t>
            </a:r>
            <a:r>
              <a:rPr lang="en-US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(name, value, expire, path, domain, secure, </a:t>
            </a:r>
            <a:r>
              <a:rPr lang="en-US" b="0" i="0" u="none" strike="noStrike" baseline="0" dirty="0" err="1">
                <a:solidFill>
                  <a:schemeClr val="accent4"/>
                </a:solidFill>
                <a:latin typeface="Courier New" panose="02070309020205020404" pitchFamily="49" charset="0"/>
              </a:rPr>
              <a:t>httponly</a:t>
            </a:r>
            <a:r>
              <a:rPr lang="en-US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);</a:t>
            </a:r>
            <a:endParaRPr lang="tr-TR" b="0" i="0" u="none" strike="noStrike" baseline="0" dirty="0">
              <a:solidFill>
                <a:schemeClr val="accent4"/>
              </a:solidFill>
              <a:latin typeface="Courier New" panose="02070309020205020404" pitchFamily="49" charset="0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56BBBE6B-1D74-433A-8523-536E8A33E3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428999"/>
            <a:ext cx="9144000" cy="32318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name (zorunlu):</a:t>
            </a:r>
          </a:p>
          <a:p>
            <a:pPr marL="971550" lvl="2" indent="-342900">
              <a:spcBef>
                <a:spcPct val="20000"/>
              </a:spcBef>
              <a:buClr>
                <a:srgbClr val="0066CC"/>
              </a:buClr>
              <a:buSzPct val="75000"/>
              <a:buFont typeface="Courier New" panose="02070309020205020404" pitchFamily="49" charset="0"/>
              <a:buChar char="o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Çerezin adı. Çerezlerin her biri bir isim ile tanımlanır. Bu parametre, çerezi tanımlamak ve almak için kullanılacak olan anahtardır.</a:t>
            </a:r>
          </a:p>
          <a:p>
            <a:pPr marL="971550" lvl="2" indent="-342900">
              <a:spcBef>
                <a:spcPct val="20000"/>
              </a:spcBef>
              <a:buClr>
                <a:srgbClr val="0066CC"/>
              </a:buClr>
              <a:buSzPct val="75000"/>
              <a:buFont typeface="Courier New" panose="02070309020205020404" pitchFamily="49" charset="0"/>
              <a:buChar char="o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Örneğin: "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user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" veya "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session_id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" gibi</a:t>
            </a:r>
          </a:p>
          <a:p>
            <a:pPr marL="171450" lvl="1">
              <a:spcBef>
                <a:spcPct val="20000"/>
              </a:spcBef>
              <a:buClr>
                <a:srgbClr val="0066CC"/>
              </a:buClr>
              <a:buSzPct val="75000"/>
            </a:pPr>
            <a:endParaRPr lang="tr-TR" dirty="0">
              <a:solidFill>
                <a:srgbClr val="000000"/>
              </a:solidFill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40656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540"/>
            <a:ext cx="9144000" cy="800100"/>
          </a:xfrm>
        </p:spPr>
        <p:txBody>
          <a:bodyPr/>
          <a:lstStyle/>
          <a:p>
            <a:r>
              <a:rPr lang="tr-TR" sz="3200" dirty="0"/>
              <a:t>Çerez Yaratma</a:t>
            </a:r>
            <a:endParaRPr lang="en-US" sz="3200" dirty="0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56BBBE6B-1D74-433A-8523-536E8A33E3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12302"/>
            <a:ext cx="9144000" cy="594315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lIns="92075" tIns="46038" rIns="92075" bIns="46038"/>
          <a:lstStyle/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value (zorunlu):</a:t>
            </a:r>
          </a:p>
          <a:p>
            <a:pPr marL="971550" lvl="2" indent="-342900">
              <a:spcBef>
                <a:spcPct val="20000"/>
              </a:spcBef>
              <a:buClr>
                <a:srgbClr val="0066CC"/>
              </a:buClr>
              <a:buSzPct val="75000"/>
              <a:buFont typeface="Courier New" panose="02070309020205020404" pitchFamily="49" charset="0"/>
              <a:buChar char="o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Çereze atanan değer. Çerezle ilişkilendirilen veriyi saklar. Genellikle bir kullanıcı kimliği veya oturum bilgisi gibi veriler olabilir.</a:t>
            </a:r>
          </a:p>
          <a:p>
            <a:pPr marL="971550" lvl="2" indent="-342900">
              <a:spcBef>
                <a:spcPct val="20000"/>
              </a:spcBef>
              <a:buClr>
                <a:srgbClr val="0066CC"/>
              </a:buClr>
              <a:buSzPct val="75000"/>
              <a:buFont typeface="Courier New" panose="02070309020205020404" pitchFamily="49" charset="0"/>
              <a:buChar char="o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Örneğin: "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JohnDoe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" veya "12345" gibi.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expire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 (isteğe bağlı):</a:t>
            </a:r>
          </a:p>
          <a:p>
            <a:pPr marL="971550" lvl="2" indent="-342900">
              <a:spcBef>
                <a:spcPct val="20000"/>
              </a:spcBef>
              <a:buClr>
                <a:srgbClr val="0066CC"/>
              </a:buClr>
              <a:buSzPct val="75000"/>
              <a:buFont typeface="Courier New" panose="02070309020205020404" pitchFamily="49" charset="0"/>
              <a:buChar char="o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Çerezin sona erme zamanı (zaman damgası). Bu, çerezin ne zaman sona ereceğini belirler ve UNIX zaman damgası formatında verilmelidir.</a:t>
            </a:r>
          </a:p>
          <a:p>
            <a:pPr marL="971550" lvl="2" indent="-342900">
              <a:spcBef>
                <a:spcPct val="20000"/>
              </a:spcBef>
              <a:buClr>
                <a:srgbClr val="0066CC"/>
              </a:buClr>
              <a:buSzPct val="75000"/>
              <a:buFont typeface="Courier New" panose="02070309020205020404" pitchFamily="49" charset="0"/>
              <a:buChar char="o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Eğer belirtilmezse, çerez tarayıcı kapatıldığında geçersiz olur.</a:t>
            </a:r>
          </a:p>
          <a:p>
            <a:pPr marL="971550" lvl="2" indent="-342900">
              <a:spcBef>
                <a:spcPct val="20000"/>
              </a:spcBef>
              <a:buClr>
                <a:srgbClr val="0066CC"/>
              </a:buClr>
              <a:buSzPct val="75000"/>
              <a:buFont typeface="Courier New" panose="02070309020205020404" pitchFamily="49" charset="0"/>
              <a:buChar char="o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Örnek: time() + 3600 (bu, çerezi bir saat boyunca geçerli kılar).</a:t>
            </a:r>
          </a:p>
        </p:txBody>
      </p:sp>
    </p:spTree>
    <p:extLst>
      <p:ext uri="{BB962C8B-B14F-4D97-AF65-F5344CB8AC3E}">
        <p14:creationId xmlns:p14="http://schemas.microsoft.com/office/powerpoint/2010/main" val="41929769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540"/>
            <a:ext cx="9144000" cy="800100"/>
          </a:xfrm>
        </p:spPr>
        <p:txBody>
          <a:bodyPr/>
          <a:lstStyle/>
          <a:p>
            <a:r>
              <a:rPr lang="tr-TR" sz="3200" dirty="0"/>
              <a:t>Çerez Yaratma</a:t>
            </a:r>
            <a:endParaRPr lang="en-US" sz="3200" dirty="0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56BBBE6B-1D74-433A-8523-536E8A33E3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12302"/>
            <a:ext cx="9144000" cy="594315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lIns="92075" tIns="46038" rIns="92075" bIns="46038"/>
          <a:lstStyle/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path (isteğe bağlı):</a:t>
            </a:r>
          </a:p>
          <a:p>
            <a:pPr marL="971550" lvl="2" indent="-342900">
              <a:spcBef>
                <a:spcPct val="20000"/>
              </a:spcBef>
              <a:buClr>
                <a:srgbClr val="0066CC"/>
              </a:buClr>
              <a:buSzPct val="75000"/>
              <a:buFont typeface="Courier New" panose="02070309020205020404" pitchFamily="49" charset="0"/>
              <a:buChar char="o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Çerezin geçerli olacağı yol. Bu, çerezin hangi sayfalar tarafından erişilebileceğini belirler. Eğer "/" olarak ayarlanırsa, site genelinde her sayfa için geçerli olur.</a:t>
            </a:r>
          </a:p>
          <a:p>
            <a:pPr marL="971550" lvl="2" indent="-342900">
              <a:spcBef>
                <a:spcPct val="20000"/>
              </a:spcBef>
              <a:buClr>
                <a:srgbClr val="0066CC"/>
              </a:buClr>
              <a:buSzPct val="75000"/>
              <a:buFont typeface="Courier New" panose="02070309020205020404" pitchFamily="49" charset="0"/>
              <a:buChar char="o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Örnek: "/", "/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users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/", vb.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domain (isteğe bağlı):</a:t>
            </a:r>
          </a:p>
          <a:p>
            <a:pPr marL="971550" lvl="2" indent="-342900">
              <a:spcBef>
                <a:spcPct val="20000"/>
              </a:spcBef>
              <a:buClr>
                <a:srgbClr val="0066CC"/>
              </a:buClr>
              <a:buSzPct val="75000"/>
              <a:buFont typeface="Courier New" panose="02070309020205020404" pitchFamily="49" charset="0"/>
              <a:buChar char="o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Çerezin geçerli olduğu domain. Bu, çerezi sadece belirli bir domainin altındaki sayfalara göndermeyi sağlar. Çoğunlukla bu parametre,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subdomain'ler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 arasında çerez paylaşımını sağlamak için kullanılır.</a:t>
            </a:r>
          </a:p>
          <a:p>
            <a:pPr marL="971550" lvl="2" indent="-342900">
              <a:spcBef>
                <a:spcPct val="20000"/>
              </a:spcBef>
              <a:buClr>
                <a:srgbClr val="0066CC"/>
              </a:buClr>
              <a:buSzPct val="75000"/>
              <a:buFont typeface="Courier New" panose="02070309020205020404" pitchFamily="49" charset="0"/>
              <a:buChar char="o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Örnek: .example.com (bu, example.com ve alt domainlerinde geçerli olur).</a:t>
            </a:r>
          </a:p>
        </p:txBody>
      </p:sp>
    </p:spTree>
    <p:extLst>
      <p:ext uri="{BB962C8B-B14F-4D97-AF65-F5344CB8AC3E}">
        <p14:creationId xmlns:p14="http://schemas.microsoft.com/office/powerpoint/2010/main" val="21954182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540"/>
            <a:ext cx="9144000" cy="800100"/>
          </a:xfrm>
        </p:spPr>
        <p:txBody>
          <a:bodyPr/>
          <a:lstStyle/>
          <a:p>
            <a:r>
              <a:rPr lang="tr-TR" sz="3200" dirty="0"/>
              <a:t>Çerez Yaratma</a:t>
            </a:r>
            <a:endParaRPr lang="en-US" sz="3200" dirty="0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56BBBE6B-1D74-433A-8523-536E8A33E3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12302"/>
            <a:ext cx="9144000" cy="594315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lIns="92075" tIns="46038" rIns="92075" bIns="46038"/>
          <a:lstStyle/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secure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 (isteğe bağlı):</a:t>
            </a:r>
          </a:p>
          <a:p>
            <a:pPr marL="971550" lvl="2" indent="-342900">
              <a:spcBef>
                <a:spcPct val="20000"/>
              </a:spcBef>
              <a:buClr>
                <a:srgbClr val="0066CC"/>
              </a:buClr>
              <a:buSzPct val="75000"/>
              <a:buFont typeface="Courier New" panose="02070309020205020404" pitchFamily="49" charset="0"/>
              <a:buChar char="o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Bu parametre, çerezin yalnızca güvenli (HTTPS) bağlantılar üzerinden gönderilmesini sağlamak için kullanılır. Eğer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true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 olarak ayarlanırsa, çerez sadece HTTPS üzerinden iletilir.</a:t>
            </a:r>
          </a:p>
          <a:p>
            <a:pPr marL="971550" lvl="2" indent="-342900">
              <a:spcBef>
                <a:spcPct val="20000"/>
              </a:spcBef>
              <a:buClr>
                <a:srgbClr val="0066CC"/>
              </a:buClr>
              <a:buSzPct val="75000"/>
              <a:buFont typeface="Courier New" panose="02070309020205020404" pitchFamily="49" charset="0"/>
              <a:buChar char="o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Örnek: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true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 (güvenli bağlantı iletilmesini sağlar) veya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false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 (güvenli bağlantı zorunlu değildir).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httponly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 (isteğe bağlı):</a:t>
            </a:r>
          </a:p>
          <a:p>
            <a:pPr marL="971550" lvl="2" indent="-342900">
              <a:spcBef>
                <a:spcPct val="20000"/>
              </a:spcBef>
              <a:buClr>
                <a:srgbClr val="0066CC"/>
              </a:buClr>
              <a:buSzPct val="75000"/>
              <a:buFont typeface="Courier New" panose="02070309020205020404" pitchFamily="49" charset="0"/>
              <a:buChar char="o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Bu parametre, çerezin yalnızca HTTP protokolü üzerinden erişilebilir olmasını sağlar. Yani,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JavaScript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 gibi istemci tarafı kodları tarafından çerezlere erişim engellenir. Bu, XSS (Cross-Site Scripting) saldırılarına karşı ek bir güvenlik sağlar.</a:t>
            </a:r>
          </a:p>
          <a:p>
            <a:pPr marL="971550" lvl="2" indent="-342900">
              <a:spcBef>
                <a:spcPct val="20000"/>
              </a:spcBef>
              <a:buClr>
                <a:srgbClr val="0066CC"/>
              </a:buClr>
              <a:buSzPct val="75000"/>
              <a:buFont typeface="Courier New" panose="02070309020205020404" pitchFamily="49" charset="0"/>
              <a:buChar char="o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Örnek: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true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 (sadece HTTP üzerinden erişilebilir) veya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false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 (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JavaScript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 üzerinden de erişilebilir).</a:t>
            </a:r>
          </a:p>
        </p:txBody>
      </p:sp>
    </p:spTree>
    <p:extLst>
      <p:ext uri="{BB962C8B-B14F-4D97-AF65-F5344CB8AC3E}">
        <p14:creationId xmlns:p14="http://schemas.microsoft.com/office/powerpoint/2010/main" val="41549445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540"/>
            <a:ext cx="9144000" cy="800100"/>
          </a:xfrm>
        </p:spPr>
        <p:txBody>
          <a:bodyPr/>
          <a:lstStyle/>
          <a:p>
            <a:r>
              <a:rPr lang="tr-TR" sz="3200" dirty="0"/>
              <a:t>Çerez Oluşturma/Alma</a:t>
            </a:r>
            <a:endParaRPr lang="en-US" sz="3200" dirty="0"/>
          </a:p>
        </p:txBody>
      </p:sp>
      <p:sp>
        <p:nvSpPr>
          <p:cNvPr id="154627" name="Rectangle 3"/>
          <p:cNvSpPr>
            <a:spLocks noChangeArrowheads="1"/>
          </p:cNvSpPr>
          <p:nvPr/>
        </p:nvSpPr>
        <p:spPr bwMode="auto">
          <a:xfrm>
            <a:off x="0" y="876301"/>
            <a:ext cx="9144000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Aşağıdaki örnek, "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user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" adında ve "John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Doe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" değerine sahip bir çerez oluşturur. Bu çerez 30 gün sonra sona erecektir (86400 * 30 saniye). "/" işareti, çerezin tüm web sitesinde geçerli olacağı anlamına gelir (aksi takdirde, istediğiniz dizini seçebilirsiniz).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endParaRPr lang="tr-TR" dirty="0">
              <a:solidFill>
                <a:srgbClr val="000000"/>
              </a:solidFill>
              <a:latin typeface="Arial" pitchFamily="34" charset="0"/>
            </a:endParaRP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Daha sonra, global $_COOKIE değişkenini kullanarak "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user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" adlı çerezin değerini alırız. Ayrıca, çerezin ayarlanıp ayarlanmadığını kontrol etmek için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isset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() fonksiyonunu kullanırız.</a:t>
            </a:r>
          </a:p>
        </p:txBody>
      </p:sp>
    </p:spTree>
    <p:extLst>
      <p:ext uri="{BB962C8B-B14F-4D97-AF65-F5344CB8AC3E}">
        <p14:creationId xmlns:p14="http://schemas.microsoft.com/office/powerpoint/2010/main" val="19760717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540"/>
            <a:ext cx="9144000" cy="800100"/>
          </a:xfrm>
        </p:spPr>
        <p:txBody>
          <a:bodyPr/>
          <a:lstStyle/>
          <a:p>
            <a:r>
              <a:rPr lang="tr-TR" sz="3200" dirty="0"/>
              <a:t>Çerez Oluşturma/Alma</a:t>
            </a:r>
            <a:endParaRPr lang="en-US" sz="3200" dirty="0"/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681C4ED4-C784-49CE-89F6-19A7C9B7184E}"/>
              </a:ext>
            </a:extLst>
          </p:cNvPr>
          <p:cNvSpPr txBox="1"/>
          <p:nvPr/>
        </p:nvSpPr>
        <p:spPr>
          <a:xfrm>
            <a:off x="419449" y="915372"/>
            <a:ext cx="8305101" cy="5940088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US" sz="2000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&lt;?php</a:t>
            </a:r>
          </a:p>
          <a:p>
            <a:r>
              <a:rPr lang="en-US" sz="2000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$</a:t>
            </a:r>
            <a:r>
              <a:rPr lang="en-US" sz="2000" b="0" i="0" u="none" strike="noStrike" baseline="0" dirty="0" err="1">
                <a:solidFill>
                  <a:schemeClr val="accent4"/>
                </a:solidFill>
                <a:latin typeface="Courier New" panose="02070309020205020404" pitchFamily="49" charset="0"/>
              </a:rPr>
              <a:t>cookie_name</a:t>
            </a:r>
            <a:r>
              <a:rPr lang="en-US" sz="2000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 = "user";</a:t>
            </a:r>
          </a:p>
          <a:p>
            <a:r>
              <a:rPr lang="en-US" sz="2000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$</a:t>
            </a:r>
            <a:r>
              <a:rPr lang="en-US" sz="2000" b="0" i="0" u="none" strike="noStrike" baseline="0" dirty="0" err="1">
                <a:solidFill>
                  <a:schemeClr val="accent4"/>
                </a:solidFill>
                <a:latin typeface="Courier New" panose="02070309020205020404" pitchFamily="49" charset="0"/>
              </a:rPr>
              <a:t>cookie_value</a:t>
            </a:r>
            <a:r>
              <a:rPr lang="en-US" sz="2000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 = "John Doe";</a:t>
            </a:r>
          </a:p>
          <a:p>
            <a:r>
              <a:rPr lang="en-US" sz="2000" b="0" i="0" u="none" strike="noStrike" baseline="0" dirty="0" err="1">
                <a:solidFill>
                  <a:schemeClr val="accent4"/>
                </a:solidFill>
                <a:latin typeface="Courier New" panose="02070309020205020404" pitchFamily="49" charset="0"/>
              </a:rPr>
              <a:t>setcookie</a:t>
            </a:r>
            <a:r>
              <a:rPr lang="en-US" sz="2000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($</a:t>
            </a:r>
            <a:r>
              <a:rPr lang="en-US" sz="2000" b="0" i="0" u="none" strike="noStrike" baseline="0" dirty="0" err="1">
                <a:solidFill>
                  <a:schemeClr val="accent4"/>
                </a:solidFill>
                <a:latin typeface="Courier New" panose="02070309020205020404" pitchFamily="49" charset="0"/>
              </a:rPr>
              <a:t>cookie_name</a:t>
            </a:r>
            <a:r>
              <a:rPr lang="en-US" sz="2000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, $</a:t>
            </a:r>
            <a:r>
              <a:rPr lang="en-US" sz="2000" b="0" i="0" u="none" strike="noStrike" baseline="0" dirty="0" err="1">
                <a:solidFill>
                  <a:schemeClr val="accent4"/>
                </a:solidFill>
                <a:latin typeface="Courier New" panose="02070309020205020404" pitchFamily="49" charset="0"/>
              </a:rPr>
              <a:t>cookie_value</a:t>
            </a:r>
            <a:r>
              <a:rPr lang="en-US" sz="2000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, time() + (86400 * 30), "/"); // 86400 = 1 day</a:t>
            </a:r>
          </a:p>
          <a:p>
            <a:r>
              <a:rPr lang="en-US" sz="2000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?&gt;</a:t>
            </a:r>
          </a:p>
          <a:p>
            <a:r>
              <a:rPr lang="en-US" sz="2000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&lt;html&gt;</a:t>
            </a:r>
          </a:p>
          <a:p>
            <a:r>
              <a:rPr lang="en-US" sz="2000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&lt;body&gt;</a:t>
            </a:r>
          </a:p>
          <a:p>
            <a:r>
              <a:rPr lang="en-US" sz="2000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&lt;?php</a:t>
            </a:r>
          </a:p>
          <a:p>
            <a:r>
              <a:rPr lang="en-US" sz="2000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if(!</a:t>
            </a:r>
            <a:r>
              <a:rPr lang="en-US" sz="2000" b="0" i="0" u="none" strike="noStrike" baseline="0" dirty="0" err="1">
                <a:solidFill>
                  <a:schemeClr val="accent4"/>
                </a:solidFill>
                <a:latin typeface="Courier New" panose="02070309020205020404" pitchFamily="49" charset="0"/>
              </a:rPr>
              <a:t>isset</a:t>
            </a:r>
            <a:r>
              <a:rPr lang="en-US" sz="2000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($_COOKIE[$</a:t>
            </a:r>
            <a:r>
              <a:rPr lang="en-US" sz="2000" b="0" i="0" u="none" strike="noStrike" baseline="0" dirty="0" err="1">
                <a:solidFill>
                  <a:schemeClr val="accent4"/>
                </a:solidFill>
                <a:latin typeface="Courier New" panose="02070309020205020404" pitchFamily="49" charset="0"/>
              </a:rPr>
              <a:t>cookie_name</a:t>
            </a:r>
            <a:r>
              <a:rPr lang="en-US" sz="2000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])) {</a:t>
            </a:r>
          </a:p>
          <a:p>
            <a:r>
              <a:rPr lang="en-US" sz="2000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  echo "Cookie named '" . $</a:t>
            </a:r>
            <a:r>
              <a:rPr lang="en-US" sz="2000" b="0" i="0" u="none" strike="noStrike" baseline="0" dirty="0" err="1">
                <a:solidFill>
                  <a:schemeClr val="accent4"/>
                </a:solidFill>
                <a:latin typeface="Courier New" panose="02070309020205020404" pitchFamily="49" charset="0"/>
              </a:rPr>
              <a:t>cookie_name</a:t>
            </a:r>
            <a:r>
              <a:rPr lang="en-US" sz="2000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 . "' is not set!";</a:t>
            </a:r>
          </a:p>
          <a:p>
            <a:r>
              <a:rPr lang="en-US" sz="2000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} else {</a:t>
            </a:r>
          </a:p>
          <a:p>
            <a:r>
              <a:rPr lang="en-US" sz="2000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  echo "Cookie '" . $</a:t>
            </a:r>
            <a:r>
              <a:rPr lang="en-US" sz="2000" b="0" i="0" u="none" strike="noStrike" baseline="0" dirty="0" err="1">
                <a:solidFill>
                  <a:schemeClr val="accent4"/>
                </a:solidFill>
                <a:latin typeface="Courier New" panose="02070309020205020404" pitchFamily="49" charset="0"/>
              </a:rPr>
              <a:t>cookie_name</a:t>
            </a:r>
            <a:r>
              <a:rPr lang="en-US" sz="2000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 . "' is set!&lt;</a:t>
            </a:r>
            <a:r>
              <a:rPr lang="en-US" sz="2000" b="0" i="0" u="none" strike="noStrike" baseline="0" dirty="0" err="1">
                <a:solidFill>
                  <a:schemeClr val="accent4"/>
                </a:solidFill>
                <a:latin typeface="Courier New" panose="02070309020205020404" pitchFamily="49" charset="0"/>
              </a:rPr>
              <a:t>br</a:t>
            </a:r>
            <a:r>
              <a:rPr lang="en-US" sz="2000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&gt;";</a:t>
            </a:r>
          </a:p>
          <a:p>
            <a:r>
              <a:rPr lang="en-US" sz="2000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  echo "Value is: " . $_COOKIE[$</a:t>
            </a:r>
            <a:r>
              <a:rPr lang="en-US" sz="2000" b="0" i="0" u="none" strike="noStrike" baseline="0" dirty="0" err="1">
                <a:solidFill>
                  <a:schemeClr val="accent4"/>
                </a:solidFill>
                <a:latin typeface="Courier New" panose="02070309020205020404" pitchFamily="49" charset="0"/>
              </a:rPr>
              <a:t>cookie_name</a:t>
            </a:r>
            <a:r>
              <a:rPr lang="en-US" sz="2000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];</a:t>
            </a:r>
          </a:p>
          <a:p>
            <a:r>
              <a:rPr lang="en-US" sz="2000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}</a:t>
            </a:r>
          </a:p>
          <a:p>
            <a:r>
              <a:rPr lang="en-US" sz="2000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?&gt;</a:t>
            </a:r>
          </a:p>
          <a:p>
            <a:r>
              <a:rPr lang="en-US" sz="2000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&lt;/body&gt;</a:t>
            </a:r>
          </a:p>
          <a:p>
            <a:r>
              <a:rPr lang="en-US" sz="2000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&lt;/html&gt;</a:t>
            </a:r>
            <a:endParaRPr lang="tr-TR" b="0" i="0" u="none" strike="noStrike" baseline="0" dirty="0">
              <a:solidFill>
                <a:schemeClr val="accent4"/>
              </a:solidFill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89550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540"/>
            <a:ext cx="9144000" cy="800100"/>
          </a:xfrm>
        </p:spPr>
        <p:txBody>
          <a:bodyPr/>
          <a:lstStyle/>
          <a:p>
            <a:r>
              <a:rPr lang="tr-TR" sz="3200" dirty="0"/>
              <a:t>Çerez Değerini </a:t>
            </a:r>
            <a:r>
              <a:rPr lang="tr-TR" sz="3200" dirty="0" err="1"/>
              <a:t>Günceleme</a:t>
            </a:r>
            <a:endParaRPr lang="en-US" sz="3200" dirty="0"/>
          </a:p>
        </p:txBody>
      </p:sp>
      <p:sp>
        <p:nvSpPr>
          <p:cNvPr id="154627" name="Rectangle 3"/>
          <p:cNvSpPr>
            <a:spLocks noChangeArrowheads="1"/>
          </p:cNvSpPr>
          <p:nvPr/>
        </p:nvSpPr>
        <p:spPr bwMode="auto">
          <a:xfrm>
            <a:off x="0" y="876301"/>
            <a:ext cx="9144000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Bir çerezi (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cookie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) değiştirmek için, sadece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setcookie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() fonksiyonunu kullanarak çerezi tekrar ayarlayın.</a:t>
            </a:r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6914981C-2C1E-4124-BF68-A023BD9F8612}"/>
              </a:ext>
            </a:extLst>
          </p:cNvPr>
          <p:cNvSpPr txBox="1"/>
          <p:nvPr/>
        </p:nvSpPr>
        <p:spPr>
          <a:xfrm>
            <a:off x="419449" y="1777147"/>
            <a:ext cx="8305101" cy="5078313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US" sz="1800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&lt;?php</a:t>
            </a:r>
          </a:p>
          <a:p>
            <a:r>
              <a:rPr lang="en-US" sz="1800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$</a:t>
            </a:r>
            <a:r>
              <a:rPr lang="en-US" sz="1800" b="0" i="0" u="none" strike="noStrike" baseline="0" dirty="0" err="1">
                <a:solidFill>
                  <a:schemeClr val="accent4"/>
                </a:solidFill>
                <a:latin typeface="Courier New" panose="02070309020205020404" pitchFamily="49" charset="0"/>
              </a:rPr>
              <a:t>cookie_name</a:t>
            </a:r>
            <a:r>
              <a:rPr lang="en-US" sz="1800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 = "user";</a:t>
            </a:r>
          </a:p>
          <a:p>
            <a:r>
              <a:rPr lang="en-US" sz="1800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$</a:t>
            </a:r>
            <a:r>
              <a:rPr lang="en-US" sz="1800" b="0" i="0" u="none" strike="noStrike" baseline="0" dirty="0" err="1">
                <a:solidFill>
                  <a:schemeClr val="accent4"/>
                </a:solidFill>
                <a:latin typeface="Courier New" panose="02070309020205020404" pitchFamily="49" charset="0"/>
              </a:rPr>
              <a:t>cookie_value</a:t>
            </a:r>
            <a:r>
              <a:rPr lang="en-US" sz="1800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 = "Alex Porter";</a:t>
            </a:r>
          </a:p>
          <a:p>
            <a:r>
              <a:rPr lang="en-US" sz="1800" b="0" i="0" u="none" strike="noStrike" baseline="0" dirty="0" err="1">
                <a:solidFill>
                  <a:schemeClr val="accent4"/>
                </a:solidFill>
                <a:latin typeface="Courier New" panose="02070309020205020404" pitchFamily="49" charset="0"/>
              </a:rPr>
              <a:t>setcookie</a:t>
            </a:r>
            <a:r>
              <a:rPr lang="en-US" sz="1800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($</a:t>
            </a:r>
            <a:r>
              <a:rPr lang="en-US" sz="1800" b="0" i="0" u="none" strike="noStrike" baseline="0" dirty="0" err="1">
                <a:solidFill>
                  <a:schemeClr val="accent4"/>
                </a:solidFill>
                <a:latin typeface="Courier New" panose="02070309020205020404" pitchFamily="49" charset="0"/>
              </a:rPr>
              <a:t>cookie_name</a:t>
            </a:r>
            <a:r>
              <a:rPr lang="en-US" sz="1800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, $</a:t>
            </a:r>
            <a:r>
              <a:rPr lang="en-US" sz="1800" b="0" i="0" u="none" strike="noStrike" baseline="0" dirty="0" err="1">
                <a:solidFill>
                  <a:schemeClr val="accent4"/>
                </a:solidFill>
                <a:latin typeface="Courier New" panose="02070309020205020404" pitchFamily="49" charset="0"/>
              </a:rPr>
              <a:t>cookie_value</a:t>
            </a:r>
            <a:r>
              <a:rPr lang="en-US" sz="1800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, time() + (86400 * 30), "/");</a:t>
            </a:r>
          </a:p>
          <a:p>
            <a:r>
              <a:rPr lang="en-US" sz="1800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?&gt;</a:t>
            </a:r>
          </a:p>
          <a:p>
            <a:r>
              <a:rPr lang="en-US" sz="1800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&lt;html&gt;</a:t>
            </a:r>
          </a:p>
          <a:p>
            <a:r>
              <a:rPr lang="en-US" sz="1800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&lt;body&gt;</a:t>
            </a:r>
          </a:p>
          <a:p>
            <a:r>
              <a:rPr lang="en-US" sz="1800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&lt;?php</a:t>
            </a:r>
          </a:p>
          <a:p>
            <a:r>
              <a:rPr lang="en-US" sz="1800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if(!</a:t>
            </a:r>
            <a:r>
              <a:rPr lang="en-US" sz="1800" b="0" i="0" u="none" strike="noStrike" baseline="0" dirty="0" err="1">
                <a:solidFill>
                  <a:schemeClr val="accent4"/>
                </a:solidFill>
                <a:latin typeface="Courier New" panose="02070309020205020404" pitchFamily="49" charset="0"/>
              </a:rPr>
              <a:t>isset</a:t>
            </a:r>
            <a:r>
              <a:rPr lang="en-US" sz="1800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($_COOKIE[$</a:t>
            </a:r>
            <a:r>
              <a:rPr lang="en-US" sz="1800" b="0" i="0" u="none" strike="noStrike" baseline="0" dirty="0" err="1">
                <a:solidFill>
                  <a:schemeClr val="accent4"/>
                </a:solidFill>
                <a:latin typeface="Courier New" panose="02070309020205020404" pitchFamily="49" charset="0"/>
              </a:rPr>
              <a:t>cookie_name</a:t>
            </a:r>
            <a:r>
              <a:rPr lang="en-US" sz="1800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])) {</a:t>
            </a:r>
          </a:p>
          <a:p>
            <a:r>
              <a:rPr lang="en-US" sz="1800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  echo "Cookie named '" . $</a:t>
            </a:r>
            <a:r>
              <a:rPr lang="en-US" sz="1800" b="0" i="0" u="none" strike="noStrike" baseline="0" dirty="0" err="1">
                <a:solidFill>
                  <a:schemeClr val="accent4"/>
                </a:solidFill>
                <a:latin typeface="Courier New" panose="02070309020205020404" pitchFamily="49" charset="0"/>
              </a:rPr>
              <a:t>cookie_name</a:t>
            </a:r>
            <a:r>
              <a:rPr lang="en-US" sz="1800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 . "' is not set!";</a:t>
            </a:r>
          </a:p>
          <a:p>
            <a:r>
              <a:rPr lang="en-US" sz="1800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} else {</a:t>
            </a:r>
          </a:p>
          <a:p>
            <a:r>
              <a:rPr lang="en-US" sz="1800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  echo "Cookie '" . $</a:t>
            </a:r>
            <a:r>
              <a:rPr lang="en-US" sz="1800" b="0" i="0" u="none" strike="noStrike" baseline="0" dirty="0" err="1">
                <a:solidFill>
                  <a:schemeClr val="accent4"/>
                </a:solidFill>
                <a:latin typeface="Courier New" panose="02070309020205020404" pitchFamily="49" charset="0"/>
              </a:rPr>
              <a:t>cookie_name</a:t>
            </a:r>
            <a:r>
              <a:rPr lang="en-US" sz="1800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 . "' is set!&lt;</a:t>
            </a:r>
            <a:r>
              <a:rPr lang="en-US" sz="1800" b="0" i="0" u="none" strike="noStrike" baseline="0" dirty="0" err="1">
                <a:solidFill>
                  <a:schemeClr val="accent4"/>
                </a:solidFill>
                <a:latin typeface="Courier New" panose="02070309020205020404" pitchFamily="49" charset="0"/>
              </a:rPr>
              <a:t>br</a:t>
            </a:r>
            <a:r>
              <a:rPr lang="en-US" sz="1800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&gt;";</a:t>
            </a:r>
          </a:p>
          <a:p>
            <a:r>
              <a:rPr lang="en-US" sz="1800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  echo "Value is: " . $_COOKIE[$</a:t>
            </a:r>
            <a:r>
              <a:rPr lang="en-US" sz="1800" b="0" i="0" u="none" strike="noStrike" baseline="0" dirty="0" err="1">
                <a:solidFill>
                  <a:schemeClr val="accent4"/>
                </a:solidFill>
                <a:latin typeface="Courier New" panose="02070309020205020404" pitchFamily="49" charset="0"/>
              </a:rPr>
              <a:t>cookie_name</a:t>
            </a:r>
            <a:r>
              <a:rPr lang="en-US" sz="1800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];</a:t>
            </a:r>
          </a:p>
          <a:p>
            <a:r>
              <a:rPr lang="en-US" sz="1800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}</a:t>
            </a:r>
          </a:p>
          <a:p>
            <a:r>
              <a:rPr lang="en-US" sz="1800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?&gt;</a:t>
            </a:r>
          </a:p>
          <a:p>
            <a:r>
              <a:rPr lang="en-US" sz="1800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&lt;/body&gt;</a:t>
            </a:r>
          </a:p>
          <a:p>
            <a:r>
              <a:rPr lang="en-US" sz="1800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&lt;/html&gt;</a:t>
            </a:r>
            <a:endParaRPr lang="tr-TR" sz="2000" b="0" i="0" u="none" strike="noStrike" baseline="0" dirty="0">
              <a:solidFill>
                <a:schemeClr val="accent4"/>
              </a:solidFill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53362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540"/>
            <a:ext cx="9144000" cy="800100"/>
          </a:xfrm>
        </p:spPr>
        <p:txBody>
          <a:bodyPr/>
          <a:lstStyle/>
          <a:p>
            <a:r>
              <a:rPr lang="tr-TR" sz="3200" dirty="0"/>
              <a:t>Çerez Silme</a:t>
            </a:r>
            <a:endParaRPr lang="en-US" sz="3200" dirty="0"/>
          </a:p>
        </p:txBody>
      </p:sp>
      <p:sp>
        <p:nvSpPr>
          <p:cNvPr id="154627" name="Rectangle 3"/>
          <p:cNvSpPr>
            <a:spLocks noChangeArrowheads="1"/>
          </p:cNvSpPr>
          <p:nvPr/>
        </p:nvSpPr>
        <p:spPr bwMode="auto">
          <a:xfrm>
            <a:off x="0" y="876301"/>
            <a:ext cx="9144000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Bir çerezi silmek için, geçmiş bir tarihte sona erecek şekilde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setcookie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() fonksiyonunu kullanın.</a:t>
            </a:r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6914981C-2C1E-4124-BF68-A023BD9F8612}"/>
              </a:ext>
            </a:extLst>
          </p:cNvPr>
          <p:cNvSpPr txBox="1"/>
          <p:nvPr/>
        </p:nvSpPr>
        <p:spPr>
          <a:xfrm>
            <a:off x="419449" y="1777147"/>
            <a:ext cx="8305101" cy="4893647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US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&lt;?php</a:t>
            </a:r>
          </a:p>
          <a:p>
            <a:r>
              <a:rPr lang="en-US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// set the expiration date to one hour ago</a:t>
            </a:r>
          </a:p>
          <a:p>
            <a:r>
              <a:rPr lang="en-US" b="0" i="0" u="none" strike="noStrike" baseline="0" dirty="0" err="1">
                <a:solidFill>
                  <a:schemeClr val="accent4"/>
                </a:solidFill>
                <a:latin typeface="Courier New" panose="02070309020205020404" pitchFamily="49" charset="0"/>
              </a:rPr>
              <a:t>setcookie</a:t>
            </a:r>
            <a:r>
              <a:rPr lang="en-US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("user", "", time() - 3600);</a:t>
            </a:r>
          </a:p>
          <a:p>
            <a:r>
              <a:rPr lang="en-US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?&gt;</a:t>
            </a:r>
          </a:p>
          <a:p>
            <a:r>
              <a:rPr lang="en-US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&lt;html&gt;</a:t>
            </a:r>
          </a:p>
          <a:p>
            <a:r>
              <a:rPr lang="en-US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&lt;body&gt;</a:t>
            </a:r>
          </a:p>
          <a:p>
            <a:endParaRPr lang="en-US" b="0" i="0" u="none" strike="noStrike" baseline="0" dirty="0">
              <a:solidFill>
                <a:schemeClr val="accent4"/>
              </a:solidFill>
              <a:latin typeface="Courier New" panose="02070309020205020404" pitchFamily="49" charset="0"/>
            </a:endParaRPr>
          </a:p>
          <a:p>
            <a:r>
              <a:rPr lang="en-US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&lt;?php</a:t>
            </a:r>
          </a:p>
          <a:p>
            <a:r>
              <a:rPr lang="en-US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echo "Cookie 'user' is deleted.";</a:t>
            </a:r>
          </a:p>
          <a:p>
            <a:r>
              <a:rPr lang="en-US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?&gt;</a:t>
            </a:r>
          </a:p>
          <a:p>
            <a:endParaRPr lang="en-US" b="0" i="0" u="none" strike="noStrike" baseline="0" dirty="0">
              <a:solidFill>
                <a:schemeClr val="accent4"/>
              </a:solidFill>
              <a:latin typeface="Courier New" panose="02070309020205020404" pitchFamily="49" charset="0"/>
            </a:endParaRPr>
          </a:p>
          <a:p>
            <a:r>
              <a:rPr lang="en-US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&lt;/body&gt;</a:t>
            </a:r>
          </a:p>
          <a:p>
            <a:r>
              <a:rPr lang="en-US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&lt;/html&gt;</a:t>
            </a:r>
            <a:endParaRPr lang="tr-TR" sz="2800" b="0" i="0" u="none" strike="noStrike" baseline="0" dirty="0">
              <a:solidFill>
                <a:schemeClr val="accent4"/>
              </a:solidFill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99135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540"/>
            <a:ext cx="9144000" cy="800100"/>
          </a:xfrm>
        </p:spPr>
        <p:txBody>
          <a:bodyPr/>
          <a:lstStyle/>
          <a:p>
            <a:r>
              <a:rPr lang="tr-TR" sz="3200" dirty="0"/>
              <a:t>Örnek</a:t>
            </a:r>
            <a:endParaRPr lang="en-US" sz="3200" dirty="0"/>
          </a:p>
        </p:txBody>
      </p:sp>
      <p:sp>
        <p:nvSpPr>
          <p:cNvPr id="154627" name="Rectangle 3"/>
          <p:cNvSpPr>
            <a:spLocks noChangeArrowheads="1"/>
          </p:cNvSpPr>
          <p:nvPr/>
        </p:nvSpPr>
        <p:spPr bwMode="auto">
          <a:xfrm>
            <a:off x="0" y="876301"/>
            <a:ext cx="9144000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PHP'de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 kullanıcı adını çerezle hatırlayan basit bir giriş ekranı örneği bulacaksınız. Bu, gerçek dünya uygulamalarında sıkça kullanılır: Kullanıcı bir kez giriş yaptığında, bir dahaki ziyaretinde adını otomatik olarak göstermek gibi.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Form.php</a:t>
            </a:r>
            <a:endParaRPr lang="tr-TR" dirty="0">
              <a:solidFill>
                <a:srgbClr val="000000"/>
              </a:solidFill>
              <a:latin typeface="Arial" pitchFamily="34" charset="0"/>
            </a:endParaRPr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6914981C-2C1E-4124-BF68-A023BD9F8612}"/>
              </a:ext>
            </a:extLst>
          </p:cNvPr>
          <p:cNvSpPr txBox="1"/>
          <p:nvPr/>
        </p:nvSpPr>
        <p:spPr>
          <a:xfrm>
            <a:off x="478172" y="2859327"/>
            <a:ext cx="8305101" cy="2677656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US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&lt;?php</a:t>
            </a:r>
          </a:p>
          <a:p>
            <a:r>
              <a:rPr lang="en-US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// </a:t>
            </a:r>
            <a:r>
              <a:rPr lang="en-US" b="0" i="0" u="none" strike="noStrike" baseline="0" dirty="0" err="1">
                <a:solidFill>
                  <a:schemeClr val="accent4"/>
                </a:solidFill>
                <a:latin typeface="Courier New" panose="02070309020205020404" pitchFamily="49" charset="0"/>
              </a:rPr>
              <a:t>Eğer</a:t>
            </a:r>
            <a:r>
              <a:rPr lang="en-US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 </a:t>
            </a:r>
            <a:r>
              <a:rPr lang="en-US" b="0" i="0" u="none" strike="noStrike" baseline="0" dirty="0" err="1">
                <a:solidFill>
                  <a:schemeClr val="accent4"/>
                </a:solidFill>
                <a:latin typeface="Courier New" panose="02070309020205020404" pitchFamily="49" charset="0"/>
              </a:rPr>
              <a:t>çerez</a:t>
            </a:r>
            <a:r>
              <a:rPr lang="en-US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 </a:t>
            </a:r>
            <a:r>
              <a:rPr lang="en-US" b="0" i="0" u="none" strike="noStrike" baseline="0" dirty="0" err="1">
                <a:solidFill>
                  <a:schemeClr val="accent4"/>
                </a:solidFill>
                <a:latin typeface="Courier New" panose="02070309020205020404" pitchFamily="49" charset="0"/>
              </a:rPr>
              <a:t>varsa</a:t>
            </a:r>
            <a:r>
              <a:rPr lang="en-US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, </a:t>
            </a:r>
            <a:r>
              <a:rPr lang="en-US" b="0" i="0" u="none" strike="noStrike" baseline="0" dirty="0" err="1">
                <a:solidFill>
                  <a:schemeClr val="accent4"/>
                </a:solidFill>
                <a:latin typeface="Courier New" panose="02070309020205020404" pitchFamily="49" charset="0"/>
              </a:rPr>
              <a:t>giriş</a:t>
            </a:r>
            <a:r>
              <a:rPr lang="en-US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 </a:t>
            </a:r>
            <a:r>
              <a:rPr lang="en-US" b="0" i="0" u="none" strike="noStrike" baseline="0" dirty="0" err="1">
                <a:solidFill>
                  <a:schemeClr val="accent4"/>
                </a:solidFill>
                <a:latin typeface="Courier New" panose="02070309020205020404" pitchFamily="49" charset="0"/>
              </a:rPr>
              <a:t>kutusuna</a:t>
            </a:r>
            <a:r>
              <a:rPr lang="en-US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 </a:t>
            </a:r>
            <a:r>
              <a:rPr lang="en-US" b="0" i="0" u="none" strike="noStrike" baseline="0" dirty="0" err="1">
                <a:solidFill>
                  <a:schemeClr val="accent4"/>
                </a:solidFill>
                <a:latin typeface="Courier New" panose="02070309020205020404" pitchFamily="49" charset="0"/>
              </a:rPr>
              <a:t>varsayılan</a:t>
            </a:r>
            <a:r>
              <a:rPr lang="en-US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 </a:t>
            </a:r>
            <a:r>
              <a:rPr lang="en-US" b="0" i="0" u="none" strike="noStrike" baseline="0" dirty="0" err="1">
                <a:solidFill>
                  <a:schemeClr val="accent4"/>
                </a:solidFill>
                <a:latin typeface="Courier New" panose="02070309020205020404" pitchFamily="49" charset="0"/>
              </a:rPr>
              <a:t>olarak</a:t>
            </a:r>
            <a:r>
              <a:rPr lang="en-US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 </a:t>
            </a:r>
            <a:r>
              <a:rPr lang="en-US" b="0" i="0" u="none" strike="noStrike" baseline="0" dirty="0" err="1">
                <a:solidFill>
                  <a:schemeClr val="accent4"/>
                </a:solidFill>
                <a:latin typeface="Courier New" panose="02070309020205020404" pitchFamily="49" charset="0"/>
              </a:rPr>
              <a:t>yaz</a:t>
            </a:r>
            <a:endParaRPr lang="en-US" b="0" i="0" u="none" strike="noStrike" baseline="0" dirty="0">
              <a:solidFill>
                <a:schemeClr val="accent4"/>
              </a:solidFill>
              <a:latin typeface="Courier New" panose="02070309020205020404" pitchFamily="49" charset="0"/>
            </a:endParaRPr>
          </a:p>
          <a:p>
            <a:r>
              <a:rPr lang="en-US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$username = </a:t>
            </a:r>
            <a:r>
              <a:rPr lang="en-US" b="0" i="0" u="none" strike="noStrike" baseline="0" dirty="0" err="1">
                <a:solidFill>
                  <a:schemeClr val="accent4"/>
                </a:solidFill>
                <a:latin typeface="Courier New" panose="02070309020205020404" pitchFamily="49" charset="0"/>
              </a:rPr>
              <a:t>isset</a:t>
            </a:r>
            <a:r>
              <a:rPr lang="en-US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($_COOKIE['username']) ? $_COOKIE['username'] : '';</a:t>
            </a:r>
          </a:p>
          <a:p>
            <a:r>
              <a:rPr lang="en-US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?&gt;</a:t>
            </a:r>
          </a:p>
          <a:p>
            <a:endParaRPr lang="en-US" b="0" i="0" u="none" strike="noStrike" baseline="0" dirty="0">
              <a:solidFill>
                <a:schemeClr val="accent4"/>
              </a:solidFill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02678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540"/>
            <a:ext cx="9144000" cy="800100"/>
          </a:xfrm>
        </p:spPr>
        <p:txBody>
          <a:bodyPr/>
          <a:lstStyle/>
          <a:p>
            <a:r>
              <a:rPr lang="tr-TR" sz="3200" dirty="0"/>
              <a:t>Örnek</a:t>
            </a:r>
            <a:endParaRPr lang="en-US" sz="3200" dirty="0"/>
          </a:p>
        </p:txBody>
      </p:sp>
      <p:sp>
        <p:nvSpPr>
          <p:cNvPr id="154627" name="Rectangle 3"/>
          <p:cNvSpPr>
            <a:spLocks noChangeArrowheads="1"/>
          </p:cNvSpPr>
          <p:nvPr/>
        </p:nvSpPr>
        <p:spPr bwMode="auto">
          <a:xfrm>
            <a:off x="0" y="876301"/>
            <a:ext cx="9144000" cy="6588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Form.php</a:t>
            </a:r>
            <a:endParaRPr lang="tr-TR" dirty="0">
              <a:solidFill>
                <a:srgbClr val="000000"/>
              </a:solidFill>
              <a:latin typeface="Arial" pitchFamily="34" charset="0"/>
            </a:endParaRPr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6914981C-2C1E-4124-BF68-A023BD9F8612}"/>
              </a:ext>
            </a:extLst>
          </p:cNvPr>
          <p:cNvSpPr txBox="1"/>
          <p:nvPr/>
        </p:nvSpPr>
        <p:spPr>
          <a:xfrm>
            <a:off x="419449" y="1632694"/>
            <a:ext cx="8305101" cy="4893647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US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&lt;form action="</a:t>
            </a:r>
            <a:r>
              <a:rPr lang="en-US" b="0" i="0" u="none" strike="noStrike" baseline="0" dirty="0" err="1">
                <a:solidFill>
                  <a:schemeClr val="accent4"/>
                </a:solidFill>
                <a:latin typeface="Courier New" panose="02070309020205020404" pitchFamily="49" charset="0"/>
              </a:rPr>
              <a:t>welcome.php</a:t>
            </a:r>
            <a:r>
              <a:rPr lang="en-US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" method="post"&gt;</a:t>
            </a:r>
          </a:p>
          <a:p>
            <a:r>
              <a:rPr lang="en-US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    &lt;label&gt;</a:t>
            </a:r>
            <a:r>
              <a:rPr lang="en-US" b="0" i="0" u="none" strike="noStrike" baseline="0" dirty="0" err="1">
                <a:solidFill>
                  <a:schemeClr val="accent4"/>
                </a:solidFill>
                <a:latin typeface="Courier New" panose="02070309020205020404" pitchFamily="49" charset="0"/>
              </a:rPr>
              <a:t>Kullanıcı</a:t>
            </a:r>
            <a:r>
              <a:rPr lang="en-US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 </a:t>
            </a:r>
            <a:r>
              <a:rPr lang="en-US" b="0" i="0" u="none" strike="noStrike" baseline="0" dirty="0" err="1">
                <a:solidFill>
                  <a:schemeClr val="accent4"/>
                </a:solidFill>
                <a:latin typeface="Courier New" panose="02070309020205020404" pitchFamily="49" charset="0"/>
              </a:rPr>
              <a:t>Adı</a:t>
            </a:r>
            <a:r>
              <a:rPr lang="en-US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:&lt;/label&gt;</a:t>
            </a:r>
          </a:p>
          <a:p>
            <a:r>
              <a:rPr lang="en-US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    &lt;input type="text" name="username" value="&lt;?php echo </a:t>
            </a:r>
            <a:r>
              <a:rPr lang="en-US" b="0" i="0" u="none" strike="noStrike" baseline="0" dirty="0" err="1">
                <a:solidFill>
                  <a:schemeClr val="accent4"/>
                </a:solidFill>
                <a:latin typeface="Courier New" panose="02070309020205020404" pitchFamily="49" charset="0"/>
              </a:rPr>
              <a:t>htmlspecialchars</a:t>
            </a:r>
            <a:r>
              <a:rPr lang="en-US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($username); ?&gt;" required&gt;</a:t>
            </a:r>
          </a:p>
          <a:p>
            <a:r>
              <a:rPr lang="en-US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    &lt;</a:t>
            </a:r>
            <a:r>
              <a:rPr lang="en-US" b="0" i="0" u="none" strike="noStrike" baseline="0" dirty="0" err="1">
                <a:solidFill>
                  <a:schemeClr val="accent4"/>
                </a:solidFill>
                <a:latin typeface="Courier New" panose="02070309020205020404" pitchFamily="49" charset="0"/>
              </a:rPr>
              <a:t>br</a:t>
            </a:r>
            <a:r>
              <a:rPr lang="en-US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&gt;</a:t>
            </a:r>
          </a:p>
          <a:p>
            <a:r>
              <a:rPr lang="en-US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    &lt;label&gt;</a:t>
            </a:r>
          </a:p>
          <a:p>
            <a:r>
              <a:rPr lang="en-US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        &lt;input type="checkbox" name="remember"&gt; Beni </a:t>
            </a:r>
            <a:r>
              <a:rPr lang="en-US" b="0" i="0" u="none" strike="noStrike" baseline="0" dirty="0" err="1">
                <a:solidFill>
                  <a:schemeClr val="accent4"/>
                </a:solidFill>
                <a:latin typeface="Courier New" panose="02070309020205020404" pitchFamily="49" charset="0"/>
              </a:rPr>
              <a:t>hatırla</a:t>
            </a:r>
            <a:endParaRPr lang="en-US" b="0" i="0" u="none" strike="noStrike" baseline="0" dirty="0">
              <a:solidFill>
                <a:schemeClr val="accent4"/>
              </a:solidFill>
              <a:latin typeface="Courier New" panose="02070309020205020404" pitchFamily="49" charset="0"/>
            </a:endParaRPr>
          </a:p>
          <a:p>
            <a:r>
              <a:rPr lang="en-US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    &lt;/label&gt;</a:t>
            </a:r>
          </a:p>
          <a:p>
            <a:r>
              <a:rPr lang="en-US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    &lt;</a:t>
            </a:r>
            <a:r>
              <a:rPr lang="en-US" b="0" i="0" u="none" strike="noStrike" baseline="0" dirty="0" err="1">
                <a:solidFill>
                  <a:schemeClr val="accent4"/>
                </a:solidFill>
                <a:latin typeface="Courier New" panose="02070309020205020404" pitchFamily="49" charset="0"/>
              </a:rPr>
              <a:t>br</a:t>
            </a:r>
            <a:r>
              <a:rPr lang="en-US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&gt;</a:t>
            </a:r>
          </a:p>
          <a:p>
            <a:r>
              <a:rPr lang="en-US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    &lt;button type="submit"&gt;</a:t>
            </a:r>
            <a:r>
              <a:rPr lang="en-US" b="0" i="0" u="none" strike="noStrike" baseline="0" dirty="0" err="1">
                <a:solidFill>
                  <a:schemeClr val="accent4"/>
                </a:solidFill>
                <a:latin typeface="Courier New" panose="02070309020205020404" pitchFamily="49" charset="0"/>
              </a:rPr>
              <a:t>Gönder</a:t>
            </a:r>
            <a:r>
              <a:rPr lang="en-US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&lt;/button&gt;</a:t>
            </a:r>
          </a:p>
          <a:p>
            <a:r>
              <a:rPr lang="en-US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&lt;/form&gt;</a:t>
            </a:r>
            <a:endParaRPr lang="tr-TR" sz="2800" b="0" i="0" u="none" strike="noStrike" baseline="0" dirty="0">
              <a:solidFill>
                <a:schemeClr val="accent4"/>
              </a:solidFill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52138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540"/>
            <a:ext cx="9144000" cy="800100"/>
          </a:xfrm>
        </p:spPr>
        <p:txBody>
          <a:bodyPr/>
          <a:lstStyle/>
          <a:p>
            <a:r>
              <a:rPr lang="tr-TR" sz="3200" dirty="0"/>
              <a:t>Örnek</a:t>
            </a:r>
            <a:endParaRPr lang="en-US" sz="3200" dirty="0"/>
          </a:p>
        </p:txBody>
      </p:sp>
      <p:sp>
        <p:nvSpPr>
          <p:cNvPr id="154627" name="Rectangle 3"/>
          <p:cNvSpPr>
            <a:spLocks noChangeArrowheads="1"/>
          </p:cNvSpPr>
          <p:nvPr/>
        </p:nvSpPr>
        <p:spPr bwMode="auto">
          <a:xfrm>
            <a:off x="0" y="876301"/>
            <a:ext cx="9144000" cy="6588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welcome.php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 – Giriş sonrası sayfa</a:t>
            </a:r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6914981C-2C1E-4124-BF68-A023BD9F8612}"/>
              </a:ext>
            </a:extLst>
          </p:cNvPr>
          <p:cNvSpPr txBox="1"/>
          <p:nvPr/>
        </p:nvSpPr>
        <p:spPr>
          <a:xfrm>
            <a:off x="419449" y="1473303"/>
            <a:ext cx="8305101" cy="5262979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US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&lt;?php</a:t>
            </a:r>
          </a:p>
          <a:p>
            <a:r>
              <a:rPr lang="en-US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if ($_SERVER['REQUEST_METHOD'] === 'POST') {</a:t>
            </a:r>
          </a:p>
          <a:p>
            <a:r>
              <a:rPr lang="en-US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    $username = $_POST['username'];</a:t>
            </a:r>
          </a:p>
          <a:p>
            <a:r>
              <a:rPr lang="en-US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    </a:t>
            </a:r>
          </a:p>
          <a:p>
            <a:r>
              <a:rPr lang="en-US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    // </a:t>
            </a:r>
            <a:r>
              <a:rPr lang="en-US" b="0" i="0" u="none" strike="noStrike" baseline="0" dirty="0" err="1">
                <a:solidFill>
                  <a:schemeClr val="accent4"/>
                </a:solidFill>
                <a:latin typeface="Courier New" panose="02070309020205020404" pitchFamily="49" charset="0"/>
              </a:rPr>
              <a:t>Kullanıcı</a:t>
            </a:r>
            <a:r>
              <a:rPr lang="en-US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 "Beni </a:t>
            </a:r>
            <a:r>
              <a:rPr lang="en-US" b="0" i="0" u="none" strike="noStrike" baseline="0" dirty="0" err="1">
                <a:solidFill>
                  <a:schemeClr val="accent4"/>
                </a:solidFill>
                <a:latin typeface="Courier New" panose="02070309020205020404" pitchFamily="49" charset="0"/>
              </a:rPr>
              <a:t>hatırla"yı</a:t>
            </a:r>
            <a:r>
              <a:rPr lang="en-US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 </a:t>
            </a:r>
            <a:r>
              <a:rPr lang="en-US" b="0" i="0" u="none" strike="noStrike" baseline="0" dirty="0" err="1">
                <a:solidFill>
                  <a:schemeClr val="accent4"/>
                </a:solidFill>
                <a:latin typeface="Courier New" panose="02070309020205020404" pitchFamily="49" charset="0"/>
              </a:rPr>
              <a:t>işaretlediyse</a:t>
            </a:r>
            <a:r>
              <a:rPr lang="en-US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 </a:t>
            </a:r>
            <a:r>
              <a:rPr lang="en-US" b="0" i="0" u="none" strike="noStrike" baseline="0" dirty="0" err="1">
                <a:solidFill>
                  <a:schemeClr val="accent4"/>
                </a:solidFill>
                <a:latin typeface="Courier New" panose="02070309020205020404" pitchFamily="49" charset="0"/>
              </a:rPr>
              <a:t>çerez</a:t>
            </a:r>
            <a:r>
              <a:rPr lang="en-US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 </a:t>
            </a:r>
            <a:r>
              <a:rPr lang="en-US" b="0" i="0" u="none" strike="noStrike" baseline="0" dirty="0" err="1">
                <a:solidFill>
                  <a:schemeClr val="accent4"/>
                </a:solidFill>
                <a:latin typeface="Courier New" panose="02070309020205020404" pitchFamily="49" charset="0"/>
              </a:rPr>
              <a:t>oluştur</a:t>
            </a:r>
            <a:endParaRPr lang="en-US" b="0" i="0" u="none" strike="noStrike" baseline="0" dirty="0">
              <a:solidFill>
                <a:schemeClr val="accent4"/>
              </a:solidFill>
              <a:latin typeface="Courier New" panose="02070309020205020404" pitchFamily="49" charset="0"/>
            </a:endParaRPr>
          </a:p>
          <a:p>
            <a:r>
              <a:rPr lang="en-US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    if (</a:t>
            </a:r>
            <a:r>
              <a:rPr lang="en-US" b="0" i="0" u="none" strike="noStrike" baseline="0" dirty="0" err="1">
                <a:solidFill>
                  <a:schemeClr val="accent4"/>
                </a:solidFill>
                <a:latin typeface="Courier New" panose="02070309020205020404" pitchFamily="49" charset="0"/>
              </a:rPr>
              <a:t>isset</a:t>
            </a:r>
            <a:r>
              <a:rPr lang="en-US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($_POST['remember'])) {</a:t>
            </a:r>
          </a:p>
          <a:p>
            <a:r>
              <a:rPr lang="en-US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        </a:t>
            </a:r>
            <a:r>
              <a:rPr lang="en-US" b="0" i="0" u="none" strike="noStrike" baseline="0" dirty="0" err="1">
                <a:solidFill>
                  <a:schemeClr val="accent4"/>
                </a:solidFill>
                <a:latin typeface="Courier New" panose="02070309020205020404" pitchFamily="49" charset="0"/>
              </a:rPr>
              <a:t>setcookie</a:t>
            </a:r>
            <a:r>
              <a:rPr lang="en-US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('username', $username, time() + (86400 * 30), "/"); // 30 </a:t>
            </a:r>
            <a:r>
              <a:rPr lang="en-US" b="0" i="0" u="none" strike="noStrike" baseline="0" dirty="0" err="1">
                <a:solidFill>
                  <a:schemeClr val="accent4"/>
                </a:solidFill>
                <a:latin typeface="Courier New" panose="02070309020205020404" pitchFamily="49" charset="0"/>
              </a:rPr>
              <a:t>gün</a:t>
            </a:r>
            <a:endParaRPr lang="en-US" b="0" i="0" u="none" strike="noStrike" baseline="0" dirty="0">
              <a:solidFill>
                <a:schemeClr val="accent4"/>
              </a:solidFill>
              <a:latin typeface="Courier New" panose="02070309020205020404" pitchFamily="49" charset="0"/>
            </a:endParaRPr>
          </a:p>
          <a:p>
            <a:r>
              <a:rPr lang="en-US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    } else {</a:t>
            </a:r>
          </a:p>
          <a:p>
            <a:r>
              <a:rPr lang="en-US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        // </a:t>
            </a:r>
            <a:r>
              <a:rPr lang="en-US" b="0" i="0" u="none" strike="noStrike" baseline="0" dirty="0" err="1">
                <a:solidFill>
                  <a:schemeClr val="accent4"/>
                </a:solidFill>
                <a:latin typeface="Courier New" panose="02070309020205020404" pitchFamily="49" charset="0"/>
              </a:rPr>
              <a:t>Eğer</a:t>
            </a:r>
            <a:r>
              <a:rPr lang="en-US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 </a:t>
            </a:r>
            <a:r>
              <a:rPr lang="en-US" b="0" i="0" u="none" strike="noStrike" baseline="0" dirty="0" err="1">
                <a:solidFill>
                  <a:schemeClr val="accent4"/>
                </a:solidFill>
                <a:latin typeface="Courier New" panose="02070309020205020404" pitchFamily="49" charset="0"/>
              </a:rPr>
              <a:t>işaretlenmemişse</a:t>
            </a:r>
            <a:r>
              <a:rPr lang="en-US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 </a:t>
            </a:r>
            <a:r>
              <a:rPr lang="en-US" b="0" i="0" u="none" strike="noStrike" baseline="0" dirty="0" err="1">
                <a:solidFill>
                  <a:schemeClr val="accent4"/>
                </a:solidFill>
                <a:latin typeface="Courier New" panose="02070309020205020404" pitchFamily="49" charset="0"/>
              </a:rPr>
              <a:t>çerezi</a:t>
            </a:r>
            <a:r>
              <a:rPr lang="en-US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 </a:t>
            </a:r>
            <a:r>
              <a:rPr lang="en-US" b="0" i="0" u="none" strike="noStrike" baseline="0" dirty="0" err="1">
                <a:solidFill>
                  <a:schemeClr val="accent4"/>
                </a:solidFill>
                <a:latin typeface="Courier New" panose="02070309020205020404" pitchFamily="49" charset="0"/>
              </a:rPr>
              <a:t>sil</a:t>
            </a:r>
            <a:endParaRPr lang="en-US" b="0" i="0" u="none" strike="noStrike" baseline="0" dirty="0">
              <a:solidFill>
                <a:schemeClr val="accent4"/>
              </a:solidFill>
              <a:latin typeface="Courier New" panose="02070309020205020404" pitchFamily="49" charset="0"/>
            </a:endParaRPr>
          </a:p>
          <a:p>
            <a:r>
              <a:rPr lang="en-US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        </a:t>
            </a:r>
            <a:r>
              <a:rPr lang="en-US" b="0" i="0" u="none" strike="noStrike" baseline="0" dirty="0" err="1">
                <a:solidFill>
                  <a:schemeClr val="accent4"/>
                </a:solidFill>
                <a:latin typeface="Courier New" panose="02070309020205020404" pitchFamily="49" charset="0"/>
              </a:rPr>
              <a:t>setcookie</a:t>
            </a:r>
            <a:r>
              <a:rPr lang="en-US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('username', '', time() - 3600, "/");</a:t>
            </a:r>
          </a:p>
          <a:p>
            <a:r>
              <a:rPr lang="en-US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    }</a:t>
            </a:r>
          </a:p>
        </p:txBody>
      </p:sp>
    </p:spTree>
    <p:extLst>
      <p:ext uri="{BB962C8B-B14F-4D97-AF65-F5344CB8AC3E}">
        <p14:creationId xmlns:p14="http://schemas.microsoft.com/office/powerpoint/2010/main" val="26926531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540"/>
            <a:ext cx="9144000" cy="800100"/>
          </a:xfrm>
        </p:spPr>
        <p:txBody>
          <a:bodyPr/>
          <a:lstStyle/>
          <a:p>
            <a:r>
              <a:rPr lang="tr-TR" sz="3200" dirty="0"/>
              <a:t>Örnek</a:t>
            </a:r>
            <a:endParaRPr lang="en-US" sz="3200" dirty="0"/>
          </a:p>
        </p:txBody>
      </p:sp>
      <p:sp>
        <p:nvSpPr>
          <p:cNvPr id="154627" name="Rectangle 3"/>
          <p:cNvSpPr>
            <a:spLocks noChangeArrowheads="1"/>
          </p:cNvSpPr>
          <p:nvPr/>
        </p:nvSpPr>
        <p:spPr bwMode="auto">
          <a:xfrm>
            <a:off x="0" y="876301"/>
            <a:ext cx="9144000" cy="6588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welcome.php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 – Giriş sonrası sayfa</a:t>
            </a:r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6914981C-2C1E-4124-BF68-A023BD9F8612}"/>
              </a:ext>
            </a:extLst>
          </p:cNvPr>
          <p:cNvSpPr txBox="1"/>
          <p:nvPr/>
        </p:nvSpPr>
        <p:spPr>
          <a:xfrm>
            <a:off x="419449" y="1632694"/>
            <a:ext cx="8305101" cy="1938992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US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    echo "</a:t>
            </a:r>
            <a:r>
              <a:rPr lang="en-US" b="0" i="0" u="none" strike="noStrike" baseline="0" dirty="0" err="1">
                <a:solidFill>
                  <a:schemeClr val="accent4"/>
                </a:solidFill>
                <a:latin typeface="Courier New" panose="02070309020205020404" pitchFamily="49" charset="0"/>
              </a:rPr>
              <a:t>Hoş</a:t>
            </a:r>
            <a:r>
              <a:rPr lang="en-US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 </a:t>
            </a:r>
            <a:r>
              <a:rPr lang="en-US" b="0" i="0" u="none" strike="noStrike" baseline="0" dirty="0" err="1">
                <a:solidFill>
                  <a:schemeClr val="accent4"/>
                </a:solidFill>
                <a:latin typeface="Courier New" panose="02070309020205020404" pitchFamily="49" charset="0"/>
              </a:rPr>
              <a:t>geldin</a:t>
            </a:r>
            <a:r>
              <a:rPr lang="en-US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, " . </a:t>
            </a:r>
            <a:r>
              <a:rPr lang="en-US" b="0" i="0" u="none" strike="noStrike" baseline="0" dirty="0" err="1">
                <a:solidFill>
                  <a:schemeClr val="accent4"/>
                </a:solidFill>
                <a:latin typeface="Courier New" panose="02070309020205020404" pitchFamily="49" charset="0"/>
              </a:rPr>
              <a:t>htmlspecialchars</a:t>
            </a:r>
            <a:r>
              <a:rPr lang="en-US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($username) . "!";</a:t>
            </a:r>
          </a:p>
          <a:p>
            <a:r>
              <a:rPr lang="en-US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} else {</a:t>
            </a:r>
          </a:p>
          <a:p>
            <a:r>
              <a:rPr lang="en-US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    echo "</a:t>
            </a:r>
            <a:r>
              <a:rPr lang="en-US" b="0" i="0" u="none" strike="noStrike" baseline="0" dirty="0" err="1">
                <a:solidFill>
                  <a:schemeClr val="accent4"/>
                </a:solidFill>
                <a:latin typeface="Courier New" panose="02070309020205020404" pitchFamily="49" charset="0"/>
              </a:rPr>
              <a:t>Lütfen</a:t>
            </a:r>
            <a:r>
              <a:rPr lang="en-US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 </a:t>
            </a:r>
            <a:r>
              <a:rPr lang="en-US" b="0" i="0" u="none" strike="noStrike" baseline="0" dirty="0" err="1">
                <a:solidFill>
                  <a:schemeClr val="accent4"/>
                </a:solidFill>
                <a:latin typeface="Courier New" panose="02070309020205020404" pitchFamily="49" charset="0"/>
              </a:rPr>
              <a:t>formdan</a:t>
            </a:r>
            <a:r>
              <a:rPr lang="en-US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 </a:t>
            </a:r>
            <a:r>
              <a:rPr lang="en-US" b="0" i="0" u="none" strike="noStrike" baseline="0" dirty="0" err="1">
                <a:solidFill>
                  <a:schemeClr val="accent4"/>
                </a:solidFill>
                <a:latin typeface="Courier New" panose="02070309020205020404" pitchFamily="49" charset="0"/>
              </a:rPr>
              <a:t>giriş</a:t>
            </a:r>
            <a:r>
              <a:rPr lang="en-US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 </a:t>
            </a:r>
            <a:r>
              <a:rPr lang="en-US" b="0" i="0" u="none" strike="noStrike" baseline="0" dirty="0" err="1">
                <a:solidFill>
                  <a:schemeClr val="accent4"/>
                </a:solidFill>
                <a:latin typeface="Courier New" panose="02070309020205020404" pitchFamily="49" charset="0"/>
              </a:rPr>
              <a:t>yapın</a:t>
            </a:r>
            <a:r>
              <a:rPr lang="en-US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.";</a:t>
            </a:r>
          </a:p>
          <a:p>
            <a:r>
              <a:rPr lang="en-US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}</a:t>
            </a:r>
            <a:endParaRPr lang="tr-TR" sz="2800" b="0" i="0" u="none" strike="noStrike" baseline="0" dirty="0">
              <a:solidFill>
                <a:schemeClr val="accent4"/>
              </a:solidFill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040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540"/>
            <a:ext cx="9144000" cy="800100"/>
          </a:xfrm>
        </p:spPr>
        <p:txBody>
          <a:bodyPr/>
          <a:lstStyle/>
          <a:p>
            <a:r>
              <a:rPr lang="tr-TR" sz="3200" dirty="0"/>
              <a:t>Oturum (</a:t>
            </a:r>
            <a:r>
              <a:rPr lang="tr-TR" sz="3200" dirty="0" err="1"/>
              <a:t>Session</a:t>
            </a:r>
            <a:r>
              <a:rPr lang="tr-TR" sz="3200" dirty="0"/>
              <a:t>) Yönetimi</a:t>
            </a:r>
            <a:endParaRPr lang="en-US" sz="3200" dirty="0"/>
          </a:p>
        </p:txBody>
      </p:sp>
      <p:sp>
        <p:nvSpPr>
          <p:cNvPr id="154627" name="Rectangle 3"/>
          <p:cNvSpPr>
            <a:spLocks noChangeArrowheads="1"/>
          </p:cNvSpPr>
          <p:nvPr/>
        </p:nvSpPr>
        <p:spPr bwMode="auto">
          <a:xfrm>
            <a:off x="0" y="876300"/>
            <a:ext cx="9144000" cy="59791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Oturum (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session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), birden fazla sayfada kullanılmak üzere bilgileri (değişkenlerde) saklamanın bir yoludur.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endParaRPr lang="tr-TR" dirty="0">
              <a:solidFill>
                <a:srgbClr val="000000"/>
              </a:solidFill>
              <a:latin typeface="Arial" pitchFamily="34" charset="0"/>
            </a:endParaRP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Çerezlerden (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cookie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) farklı olarak, bilgiler kullanıcının bilgisayarında değil, sunucuda saklanır.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endParaRPr lang="tr-TR" dirty="0">
              <a:solidFill>
                <a:srgbClr val="000000"/>
              </a:solidFill>
              <a:latin typeface="Arial" pitchFamily="34" charset="0"/>
            </a:endParaRP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Varsayılan olarak, oturum değişkenleri kullanıcı tarayıcıyı kapatana kadar geçerlidir.</a:t>
            </a:r>
          </a:p>
        </p:txBody>
      </p:sp>
    </p:spTree>
    <p:extLst>
      <p:ext uri="{BB962C8B-B14F-4D97-AF65-F5344CB8AC3E}">
        <p14:creationId xmlns:p14="http://schemas.microsoft.com/office/powerpoint/2010/main" val="16329622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540"/>
            <a:ext cx="9144000" cy="800100"/>
          </a:xfrm>
        </p:spPr>
        <p:txBody>
          <a:bodyPr/>
          <a:lstStyle/>
          <a:p>
            <a:r>
              <a:rPr lang="tr-TR" sz="3200" dirty="0"/>
              <a:t>Oturum (</a:t>
            </a:r>
            <a:r>
              <a:rPr lang="tr-TR" sz="3200" dirty="0" err="1"/>
              <a:t>Session</a:t>
            </a:r>
            <a:r>
              <a:rPr lang="tr-TR" sz="3200" dirty="0"/>
              <a:t>) Yönetimi</a:t>
            </a:r>
            <a:endParaRPr lang="en-US" sz="3200" dirty="0"/>
          </a:p>
        </p:txBody>
      </p:sp>
      <p:sp>
        <p:nvSpPr>
          <p:cNvPr id="154627" name="Rectangle 3"/>
          <p:cNvSpPr>
            <a:spLocks noChangeArrowheads="1"/>
          </p:cNvSpPr>
          <p:nvPr/>
        </p:nvSpPr>
        <p:spPr bwMode="auto">
          <a:xfrm>
            <a:off x="0" y="876300"/>
            <a:ext cx="9144000" cy="59791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Bir oturum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session_start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() fonksiyonu ile başlatılır.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Oturum değişkenleri,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PHP'nin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 küresel değişkeni olan $_SESSION ile ayarlanır.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Şimdi, "demo_session1.php" adlı yeni bir sayfa oluşturalım. Bu sayfada yeni bir PHP oturumu başlatacak ve bazı oturum değişkenleri ayarlayacağız:</a:t>
            </a:r>
          </a:p>
        </p:txBody>
      </p:sp>
    </p:spTree>
    <p:extLst>
      <p:ext uri="{BB962C8B-B14F-4D97-AF65-F5344CB8AC3E}">
        <p14:creationId xmlns:p14="http://schemas.microsoft.com/office/powerpoint/2010/main" val="21816164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540"/>
            <a:ext cx="9144000" cy="800100"/>
          </a:xfrm>
        </p:spPr>
        <p:txBody>
          <a:bodyPr/>
          <a:lstStyle/>
          <a:p>
            <a:r>
              <a:rPr lang="tr-TR" sz="3200" dirty="0"/>
              <a:t>Oturum Başlatma</a:t>
            </a:r>
            <a:endParaRPr lang="en-US" sz="3200" dirty="0"/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49444F0E-CCA8-4409-9C17-F95971E84F98}"/>
              </a:ext>
            </a:extLst>
          </p:cNvPr>
          <p:cNvSpPr txBox="1"/>
          <p:nvPr/>
        </p:nvSpPr>
        <p:spPr>
          <a:xfrm>
            <a:off x="419449" y="1138806"/>
            <a:ext cx="8305101" cy="5262979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US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&lt;?php</a:t>
            </a:r>
          </a:p>
          <a:p>
            <a:r>
              <a:rPr lang="en-US" b="0" i="0" u="none" strike="noStrike" baseline="0" dirty="0" err="1">
                <a:solidFill>
                  <a:schemeClr val="accent4"/>
                </a:solidFill>
                <a:latin typeface="Courier New" panose="02070309020205020404" pitchFamily="49" charset="0"/>
              </a:rPr>
              <a:t>session_start</a:t>
            </a:r>
            <a:r>
              <a:rPr lang="en-US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();</a:t>
            </a:r>
          </a:p>
          <a:p>
            <a:r>
              <a:rPr lang="en-US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?&gt;</a:t>
            </a:r>
          </a:p>
          <a:p>
            <a:r>
              <a:rPr lang="en-US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&lt;!DOCTYPE html&gt;</a:t>
            </a:r>
          </a:p>
          <a:p>
            <a:r>
              <a:rPr lang="en-US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&lt;html&gt;</a:t>
            </a:r>
          </a:p>
          <a:p>
            <a:r>
              <a:rPr lang="en-US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&lt;body&gt;</a:t>
            </a:r>
          </a:p>
          <a:p>
            <a:r>
              <a:rPr lang="en-US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&lt;?php</a:t>
            </a:r>
          </a:p>
          <a:p>
            <a:r>
              <a:rPr lang="en-US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// Set session variables</a:t>
            </a:r>
          </a:p>
          <a:p>
            <a:r>
              <a:rPr lang="en-US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$_SESSION["</a:t>
            </a:r>
            <a:r>
              <a:rPr lang="en-US" b="0" i="0" u="none" strike="noStrike" baseline="0" dirty="0" err="1">
                <a:solidFill>
                  <a:schemeClr val="accent4"/>
                </a:solidFill>
                <a:latin typeface="Courier New" panose="02070309020205020404" pitchFamily="49" charset="0"/>
              </a:rPr>
              <a:t>favcolor</a:t>
            </a:r>
            <a:r>
              <a:rPr lang="en-US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"] = "green";</a:t>
            </a:r>
          </a:p>
          <a:p>
            <a:r>
              <a:rPr lang="en-US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$_SESSION["</a:t>
            </a:r>
            <a:r>
              <a:rPr lang="en-US" b="0" i="0" u="none" strike="noStrike" baseline="0" dirty="0" err="1">
                <a:solidFill>
                  <a:schemeClr val="accent4"/>
                </a:solidFill>
                <a:latin typeface="Courier New" panose="02070309020205020404" pitchFamily="49" charset="0"/>
              </a:rPr>
              <a:t>favanimal</a:t>
            </a:r>
            <a:r>
              <a:rPr lang="en-US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"] = "cat";</a:t>
            </a:r>
          </a:p>
          <a:p>
            <a:r>
              <a:rPr lang="en-US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echo "Session variables are set.";</a:t>
            </a:r>
          </a:p>
          <a:p>
            <a:r>
              <a:rPr lang="en-US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?&gt;</a:t>
            </a:r>
          </a:p>
          <a:p>
            <a:r>
              <a:rPr lang="en-US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&lt;/body&gt;</a:t>
            </a:r>
          </a:p>
          <a:p>
            <a:r>
              <a:rPr lang="en-US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&lt;/html&gt;</a:t>
            </a:r>
            <a:endParaRPr lang="tr-TR" sz="2800" b="0" i="0" u="none" strike="noStrike" baseline="0" dirty="0">
              <a:solidFill>
                <a:schemeClr val="accent4"/>
              </a:solidFill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25835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540"/>
            <a:ext cx="9144000" cy="800100"/>
          </a:xfrm>
        </p:spPr>
        <p:txBody>
          <a:bodyPr/>
          <a:lstStyle/>
          <a:p>
            <a:r>
              <a:rPr lang="tr-TR" sz="3200" dirty="0"/>
              <a:t>Oturum Değişkenlerini Alma</a:t>
            </a:r>
            <a:endParaRPr lang="en-US" sz="3200" dirty="0"/>
          </a:p>
        </p:txBody>
      </p:sp>
      <p:sp>
        <p:nvSpPr>
          <p:cNvPr id="154627" name="Rectangle 3"/>
          <p:cNvSpPr>
            <a:spLocks noChangeArrowheads="1"/>
          </p:cNvSpPr>
          <p:nvPr/>
        </p:nvSpPr>
        <p:spPr bwMode="auto">
          <a:xfrm>
            <a:off x="0" y="876301"/>
            <a:ext cx="9144000" cy="6588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Sonraki adımda, "demo_session2.php" adında bir başka sayfa oluşturuyoruz. Bu sayfadan, ilk sayfada ("demo_session1.php") ayarladığımız oturum bilgilerine erişeceğiz.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endParaRPr lang="tr-TR" dirty="0">
              <a:solidFill>
                <a:srgbClr val="000000"/>
              </a:solidFill>
              <a:latin typeface="Arial" pitchFamily="34" charset="0"/>
            </a:endParaRP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Dikkat edin ki, oturum değişkenleri her yeni sayfaya ayrı ayrı aktarılmaz, bunun yerine her sayfanın başında açtığımız oturumdan (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session_start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()) alınır.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endParaRPr lang="tr-TR" dirty="0">
              <a:solidFill>
                <a:srgbClr val="000000"/>
              </a:solidFill>
              <a:latin typeface="Arial" pitchFamily="34" charset="0"/>
            </a:endParaRP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Ayrıca, tüm oturum değişkeni değerlerinin global $_SESSION değişkeninde saklandığını da unutmayın:</a:t>
            </a:r>
          </a:p>
        </p:txBody>
      </p:sp>
    </p:spTree>
    <p:extLst>
      <p:ext uri="{BB962C8B-B14F-4D97-AF65-F5344CB8AC3E}">
        <p14:creationId xmlns:p14="http://schemas.microsoft.com/office/powerpoint/2010/main" val="378032609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540"/>
            <a:ext cx="9144000" cy="800100"/>
          </a:xfrm>
        </p:spPr>
        <p:txBody>
          <a:bodyPr/>
          <a:lstStyle/>
          <a:p>
            <a:r>
              <a:rPr lang="tr-TR" sz="3200" dirty="0"/>
              <a:t>Oturum Değişkenlerini Alma</a:t>
            </a:r>
            <a:endParaRPr lang="en-US" sz="3200" dirty="0"/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6914981C-2C1E-4124-BF68-A023BD9F8612}"/>
              </a:ext>
            </a:extLst>
          </p:cNvPr>
          <p:cNvSpPr txBox="1"/>
          <p:nvPr/>
        </p:nvSpPr>
        <p:spPr>
          <a:xfrm>
            <a:off x="419449" y="856357"/>
            <a:ext cx="8305101" cy="5262979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US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&lt;?php</a:t>
            </a:r>
          </a:p>
          <a:p>
            <a:r>
              <a:rPr lang="en-US" b="0" i="0" u="none" strike="noStrike" baseline="0" dirty="0" err="1">
                <a:solidFill>
                  <a:schemeClr val="accent4"/>
                </a:solidFill>
                <a:latin typeface="Courier New" panose="02070309020205020404" pitchFamily="49" charset="0"/>
              </a:rPr>
              <a:t>session_start</a:t>
            </a:r>
            <a:r>
              <a:rPr lang="en-US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();</a:t>
            </a:r>
          </a:p>
          <a:p>
            <a:r>
              <a:rPr lang="en-US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?&gt;</a:t>
            </a:r>
          </a:p>
          <a:p>
            <a:r>
              <a:rPr lang="en-US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&lt;!DOCTYPE html&gt;</a:t>
            </a:r>
          </a:p>
          <a:p>
            <a:r>
              <a:rPr lang="en-US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&lt;html&gt;</a:t>
            </a:r>
          </a:p>
          <a:p>
            <a:r>
              <a:rPr lang="en-US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&lt;body&gt;</a:t>
            </a:r>
          </a:p>
          <a:p>
            <a:r>
              <a:rPr lang="en-US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&lt;?php</a:t>
            </a:r>
          </a:p>
          <a:p>
            <a:r>
              <a:rPr lang="en-US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echo "Favorite color is " . $_SESSION["</a:t>
            </a:r>
            <a:r>
              <a:rPr lang="en-US" b="0" i="0" u="none" strike="noStrike" baseline="0" dirty="0" err="1">
                <a:solidFill>
                  <a:schemeClr val="accent4"/>
                </a:solidFill>
                <a:latin typeface="Courier New" panose="02070309020205020404" pitchFamily="49" charset="0"/>
              </a:rPr>
              <a:t>favcolor</a:t>
            </a:r>
            <a:r>
              <a:rPr lang="en-US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"] . ".&lt;</a:t>
            </a:r>
            <a:r>
              <a:rPr lang="en-US" b="0" i="0" u="none" strike="noStrike" baseline="0" dirty="0" err="1">
                <a:solidFill>
                  <a:schemeClr val="accent4"/>
                </a:solidFill>
                <a:latin typeface="Courier New" panose="02070309020205020404" pitchFamily="49" charset="0"/>
              </a:rPr>
              <a:t>br</a:t>
            </a:r>
            <a:r>
              <a:rPr lang="en-US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&gt;";</a:t>
            </a:r>
          </a:p>
          <a:p>
            <a:r>
              <a:rPr lang="en-US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echo "Favorite animal is " . $_SESSION["</a:t>
            </a:r>
            <a:r>
              <a:rPr lang="en-US" b="0" i="0" u="none" strike="noStrike" baseline="0" dirty="0" err="1">
                <a:solidFill>
                  <a:schemeClr val="accent4"/>
                </a:solidFill>
                <a:latin typeface="Courier New" panose="02070309020205020404" pitchFamily="49" charset="0"/>
              </a:rPr>
              <a:t>favanimal</a:t>
            </a:r>
            <a:r>
              <a:rPr lang="en-US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"] . ".";</a:t>
            </a:r>
          </a:p>
          <a:p>
            <a:r>
              <a:rPr lang="en-US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?&gt;</a:t>
            </a:r>
          </a:p>
          <a:p>
            <a:r>
              <a:rPr lang="en-US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&lt;/body&gt;</a:t>
            </a:r>
          </a:p>
          <a:p>
            <a:r>
              <a:rPr lang="en-US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&lt;/html</a:t>
            </a:r>
            <a:endParaRPr lang="tr-TR" sz="2800" b="0" i="0" u="none" strike="noStrike" baseline="0" dirty="0">
              <a:solidFill>
                <a:schemeClr val="accent4"/>
              </a:solidFill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923924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540"/>
            <a:ext cx="9144000" cy="800100"/>
          </a:xfrm>
        </p:spPr>
        <p:txBody>
          <a:bodyPr/>
          <a:lstStyle/>
          <a:p>
            <a:r>
              <a:rPr lang="tr-TR" sz="3200" dirty="0"/>
              <a:t>Oturum Değişkenlerini Güncelleme</a:t>
            </a:r>
            <a:endParaRPr lang="en-US" sz="3200" dirty="0"/>
          </a:p>
        </p:txBody>
      </p:sp>
      <p:sp>
        <p:nvSpPr>
          <p:cNvPr id="154627" name="Rectangle 3"/>
          <p:cNvSpPr>
            <a:spLocks noChangeArrowheads="1"/>
          </p:cNvSpPr>
          <p:nvPr/>
        </p:nvSpPr>
        <p:spPr bwMode="auto">
          <a:xfrm>
            <a:off x="0" y="876301"/>
            <a:ext cx="9144000" cy="6588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Bir oturum (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session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) değişkenini değiştirmek için, sadece üzerine yazmanız yeterlidir.</a:t>
            </a:r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6914981C-2C1E-4124-BF68-A023BD9F8612}"/>
              </a:ext>
            </a:extLst>
          </p:cNvPr>
          <p:cNvSpPr txBox="1"/>
          <p:nvPr/>
        </p:nvSpPr>
        <p:spPr>
          <a:xfrm>
            <a:off x="352337" y="1943087"/>
            <a:ext cx="8305101" cy="4524315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US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&lt;?php</a:t>
            </a:r>
          </a:p>
          <a:p>
            <a:r>
              <a:rPr lang="en-US" b="0" i="0" u="none" strike="noStrike" baseline="0" dirty="0" err="1">
                <a:solidFill>
                  <a:schemeClr val="accent4"/>
                </a:solidFill>
                <a:latin typeface="Courier New" panose="02070309020205020404" pitchFamily="49" charset="0"/>
              </a:rPr>
              <a:t>session_start</a:t>
            </a:r>
            <a:r>
              <a:rPr lang="en-US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();</a:t>
            </a:r>
          </a:p>
          <a:p>
            <a:r>
              <a:rPr lang="en-US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?&gt;</a:t>
            </a:r>
          </a:p>
          <a:p>
            <a:r>
              <a:rPr lang="en-US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&lt;!DOCTYPE html&gt;</a:t>
            </a:r>
          </a:p>
          <a:p>
            <a:r>
              <a:rPr lang="en-US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&lt;html&gt;</a:t>
            </a:r>
          </a:p>
          <a:p>
            <a:r>
              <a:rPr lang="en-US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&lt;body&gt;</a:t>
            </a:r>
          </a:p>
          <a:p>
            <a:r>
              <a:rPr lang="en-US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&lt;?php</a:t>
            </a:r>
          </a:p>
          <a:p>
            <a:r>
              <a:rPr lang="en-US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$_SESSION["</a:t>
            </a:r>
            <a:r>
              <a:rPr lang="en-US" b="0" i="0" u="none" strike="noStrike" baseline="0" dirty="0" err="1">
                <a:solidFill>
                  <a:schemeClr val="accent4"/>
                </a:solidFill>
                <a:latin typeface="Courier New" panose="02070309020205020404" pitchFamily="49" charset="0"/>
              </a:rPr>
              <a:t>favcolor</a:t>
            </a:r>
            <a:r>
              <a:rPr lang="en-US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"] = "yellow";</a:t>
            </a:r>
          </a:p>
          <a:p>
            <a:r>
              <a:rPr lang="en-US" b="0" i="0" u="none" strike="noStrike" baseline="0" dirty="0" err="1">
                <a:solidFill>
                  <a:schemeClr val="accent4"/>
                </a:solidFill>
                <a:latin typeface="Courier New" panose="02070309020205020404" pitchFamily="49" charset="0"/>
              </a:rPr>
              <a:t>print_r</a:t>
            </a:r>
            <a:r>
              <a:rPr lang="en-US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($_SESSION);</a:t>
            </a:r>
          </a:p>
          <a:p>
            <a:r>
              <a:rPr lang="en-US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?&gt;</a:t>
            </a:r>
          </a:p>
          <a:p>
            <a:r>
              <a:rPr lang="en-US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&lt;/body&gt;</a:t>
            </a:r>
          </a:p>
          <a:p>
            <a:r>
              <a:rPr lang="en-US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&lt;/html&gt;</a:t>
            </a:r>
            <a:endParaRPr lang="tr-TR" sz="2800" b="0" i="0" u="none" strike="noStrike" baseline="0" dirty="0">
              <a:solidFill>
                <a:schemeClr val="accent4"/>
              </a:solidFill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274447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540"/>
            <a:ext cx="9144000" cy="800100"/>
          </a:xfrm>
        </p:spPr>
        <p:txBody>
          <a:bodyPr/>
          <a:lstStyle/>
          <a:p>
            <a:r>
              <a:rPr lang="tr-TR" sz="3200" dirty="0"/>
              <a:t>Bir PHP Oturumunu (</a:t>
            </a:r>
            <a:r>
              <a:rPr lang="tr-TR" sz="3200" dirty="0" err="1"/>
              <a:t>Session</a:t>
            </a:r>
            <a:r>
              <a:rPr lang="tr-TR" sz="3200" dirty="0"/>
              <a:t>) Yok Etmek</a:t>
            </a:r>
            <a:endParaRPr lang="en-US" sz="3200" dirty="0"/>
          </a:p>
        </p:txBody>
      </p:sp>
      <p:sp>
        <p:nvSpPr>
          <p:cNvPr id="154627" name="Rectangle 3"/>
          <p:cNvSpPr>
            <a:spLocks noChangeArrowheads="1"/>
          </p:cNvSpPr>
          <p:nvPr/>
        </p:nvSpPr>
        <p:spPr bwMode="auto">
          <a:xfrm>
            <a:off x="0" y="876301"/>
            <a:ext cx="9144000" cy="6588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Tüm global oturum değişkenlerini kaldırmak ve oturumu sonlandırmak için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session_unset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() ve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session_destroy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() fonksiyonlarını kullanın:</a:t>
            </a:r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6914981C-2C1E-4124-BF68-A023BD9F8612}"/>
              </a:ext>
            </a:extLst>
          </p:cNvPr>
          <p:cNvSpPr txBox="1"/>
          <p:nvPr/>
        </p:nvSpPr>
        <p:spPr>
          <a:xfrm>
            <a:off x="360726" y="2261869"/>
            <a:ext cx="8305101" cy="4401205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US" sz="2000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&lt;?php</a:t>
            </a:r>
          </a:p>
          <a:p>
            <a:r>
              <a:rPr lang="en-US" sz="2000" b="0" i="0" u="none" strike="noStrike" baseline="0" dirty="0" err="1">
                <a:solidFill>
                  <a:schemeClr val="accent4"/>
                </a:solidFill>
                <a:latin typeface="Courier New" panose="02070309020205020404" pitchFamily="49" charset="0"/>
              </a:rPr>
              <a:t>session_start</a:t>
            </a:r>
            <a:r>
              <a:rPr lang="en-US" sz="2000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();</a:t>
            </a:r>
          </a:p>
          <a:p>
            <a:r>
              <a:rPr lang="en-US" sz="2000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?&gt;</a:t>
            </a:r>
          </a:p>
          <a:p>
            <a:r>
              <a:rPr lang="en-US" sz="2000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&lt;!DOCTYPE html&gt;</a:t>
            </a:r>
          </a:p>
          <a:p>
            <a:r>
              <a:rPr lang="en-US" sz="2000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&lt;html&gt;</a:t>
            </a:r>
          </a:p>
          <a:p>
            <a:r>
              <a:rPr lang="en-US" sz="2000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&lt;body&gt;</a:t>
            </a:r>
          </a:p>
          <a:p>
            <a:r>
              <a:rPr lang="en-US" sz="2000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&lt;?php</a:t>
            </a:r>
          </a:p>
          <a:p>
            <a:r>
              <a:rPr lang="en-US" sz="2000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// remove all session variables</a:t>
            </a:r>
          </a:p>
          <a:p>
            <a:r>
              <a:rPr lang="en-US" sz="2000" b="0" i="0" u="none" strike="noStrike" baseline="0" dirty="0" err="1">
                <a:solidFill>
                  <a:schemeClr val="accent4"/>
                </a:solidFill>
                <a:latin typeface="Courier New" panose="02070309020205020404" pitchFamily="49" charset="0"/>
              </a:rPr>
              <a:t>session_unset</a:t>
            </a:r>
            <a:r>
              <a:rPr lang="en-US" sz="2000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();</a:t>
            </a:r>
          </a:p>
          <a:p>
            <a:r>
              <a:rPr lang="en-US" sz="2000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// destroy the session</a:t>
            </a:r>
          </a:p>
          <a:p>
            <a:r>
              <a:rPr lang="en-US" sz="2000" b="0" i="0" u="none" strike="noStrike" baseline="0" dirty="0" err="1">
                <a:solidFill>
                  <a:schemeClr val="accent4"/>
                </a:solidFill>
                <a:latin typeface="Courier New" panose="02070309020205020404" pitchFamily="49" charset="0"/>
              </a:rPr>
              <a:t>session_destroy</a:t>
            </a:r>
            <a:r>
              <a:rPr lang="en-US" sz="2000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();</a:t>
            </a:r>
          </a:p>
          <a:p>
            <a:r>
              <a:rPr lang="en-US" sz="2000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?&gt;</a:t>
            </a:r>
          </a:p>
          <a:p>
            <a:r>
              <a:rPr lang="en-US" sz="2000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&lt;/body&gt;</a:t>
            </a:r>
          </a:p>
          <a:p>
            <a:r>
              <a:rPr lang="en-US" sz="2000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&lt;/html&gt;</a:t>
            </a:r>
            <a:endParaRPr lang="tr-TR" b="0" i="0" u="none" strike="noStrike" baseline="0" dirty="0">
              <a:solidFill>
                <a:schemeClr val="accent4"/>
              </a:solidFill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203347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540"/>
            <a:ext cx="9144000" cy="800100"/>
          </a:xfrm>
        </p:spPr>
        <p:txBody>
          <a:bodyPr/>
          <a:lstStyle/>
          <a:p>
            <a:r>
              <a:rPr lang="tr-TR" sz="3200" dirty="0"/>
              <a:t>Örnek</a:t>
            </a:r>
            <a:endParaRPr lang="en-US" sz="3200" dirty="0"/>
          </a:p>
        </p:txBody>
      </p:sp>
      <p:sp>
        <p:nvSpPr>
          <p:cNvPr id="154627" name="Rectangle 3"/>
          <p:cNvSpPr>
            <a:spLocks noChangeArrowheads="1"/>
          </p:cNvSpPr>
          <p:nvPr/>
        </p:nvSpPr>
        <p:spPr bwMode="auto">
          <a:xfrm>
            <a:off x="0" y="876301"/>
            <a:ext cx="9144000" cy="9944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Kullanıcı adı girilen bir form ve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session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 değişkenini ayarlayan PHP kodu: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Login.php</a:t>
            </a:r>
            <a:endParaRPr lang="tr-TR" dirty="0">
              <a:solidFill>
                <a:srgbClr val="000000"/>
              </a:solidFill>
              <a:latin typeface="Arial" pitchFamily="34" charset="0"/>
            </a:endParaRPr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6914981C-2C1E-4124-BF68-A023BD9F8612}"/>
              </a:ext>
            </a:extLst>
          </p:cNvPr>
          <p:cNvSpPr txBox="1"/>
          <p:nvPr/>
        </p:nvSpPr>
        <p:spPr>
          <a:xfrm>
            <a:off x="360726" y="2261869"/>
            <a:ext cx="8305101" cy="3170099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US" sz="2000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&lt;?php</a:t>
            </a:r>
          </a:p>
          <a:p>
            <a:r>
              <a:rPr lang="en-US" sz="2000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// </a:t>
            </a:r>
            <a:r>
              <a:rPr lang="en-US" sz="2000" b="0" i="0" u="none" strike="noStrike" baseline="0" dirty="0" err="1">
                <a:solidFill>
                  <a:schemeClr val="accent4"/>
                </a:solidFill>
                <a:latin typeface="Courier New" panose="02070309020205020404" pitchFamily="49" charset="0"/>
              </a:rPr>
              <a:t>Oturumu</a:t>
            </a:r>
            <a:r>
              <a:rPr lang="en-US" sz="2000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 </a:t>
            </a:r>
            <a:r>
              <a:rPr lang="en-US" sz="2000" b="0" i="0" u="none" strike="noStrike" baseline="0" dirty="0" err="1">
                <a:solidFill>
                  <a:schemeClr val="accent4"/>
                </a:solidFill>
                <a:latin typeface="Courier New" panose="02070309020205020404" pitchFamily="49" charset="0"/>
              </a:rPr>
              <a:t>başlat</a:t>
            </a:r>
            <a:endParaRPr lang="en-US" sz="2000" b="0" i="0" u="none" strike="noStrike" baseline="0" dirty="0">
              <a:solidFill>
                <a:schemeClr val="accent4"/>
              </a:solidFill>
              <a:latin typeface="Courier New" panose="02070309020205020404" pitchFamily="49" charset="0"/>
            </a:endParaRPr>
          </a:p>
          <a:p>
            <a:r>
              <a:rPr lang="en-US" sz="2000" b="0" i="0" u="none" strike="noStrike" baseline="0" dirty="0" err="1">
                <a:solidFill>
                  <a:schemeClr val="accent4"/>
                </a:solidFill>
                <a:latin typeface="Courier New" panose="02070309020205020404" pitchFamily="49" charset="0"/>
              </a:rPr>
              <a:t>session_start</a:t>
            </a:r>
            <a:r>
              <a:rPr lang="en-US" sz="2000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();</a:t>
            </a:r>
          </a:p>
          <a:p>
            <a:endParaRPr lang="en-US" sz="2000" b="0" i="0" u="none" strike="noStrike" baseline="0" dirty="0">
              <a:solidFill>
                <a:schemeClr val="accent4"/>
              </a:solidFill>
              <a:latin typeface="Courier New" panose="02070309020205020404" pitchFamily="49" charset="0"/>
            </a:endParaRPr>
          </a:p>
          <a:p>
            <a:r>
              <a:rPr lang="en-US" sz="2000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if ($_SERVER["REQUEST_METHOD"] == "POST") {</a:t>
            </a:r>
          </a:p>
          <a:p>
            <a:r>
              <a:rPr lang="en-US" sz="2000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    $_SESSION["username"] = $_POST["username"];</a:t>
            </a:r>
          </a:p>
          <a:p>
            <a:r>
              <a:rPr lang="en-US" sz="2000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    header("Location: </a:t>
            </a:r>
            <a:r>
              <a:rPr lang="en-US" sz="2000" b="0" i="0" u="none" strike="noStrike" baseline="0" dirty="0" err="1">
                <a:solidFill>
                  <a:schemeClr val="accent4"/>
                </a:solidFill>
                <a:latin typeface="Courier New" panose="02070309020205020404" pitchFamily="49" charset="0"/>
              </a:rPr>
              <a:t>welcome.php</a:t>
            </a:r>
            <a:r>
              <a:rPr lang="en-US" sz="2000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");</a:t>
            </a:r>
          </a:p>
          <a:p>
            <a:r>
              <a:rPr lang="en-US" sz="2000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    exit();</a:t>
            </a:r>
          </a:p>
          <a:p>
            <a:r>
              <a:rPr lang="en-US" sz="2000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}</a:t>
            </a:r>
          </a:p>
          <a:p>
            <a:r>
              <a:rPr lang="en-US" sz="2000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?&gt;</a:t>
            </a:r>
            <a:endParaRPr lang="tr-TR" b="0" i="0" u="none" strike="noStrike" baseline="0" dirty="0">
              <a:solidFill>
                <a:schemeClr val="accent4"/>
              </a:solidFill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170767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540"/>
            <a:ext cx="9144000" cy="800100"/>
          </a:xfrm>
        </p:spPr>
        <p:txBody>
          <a:bodyPr/>
          <a:lstStyle/>
          <a:p>
            <a:r>
              <a:rPr lang="tr-TR" sz="3200" dirty="0"/>
              <a:t>Örnek</a:t>
            </a:r>
            <a:endParaRPr lang="en-US" sz="3200" dirty="0"/>
          </a:p>
        </p:txBody>
      </p:sp>
      <p:sp>
        <p:nvSpPr>
          <p:cNvPr id="154627" name="Rectangle 3"/>
          <p:cNvSpPr>
            <a:spLocks noChangeArrowheads="1"/>
          </p:cNvSpPr>
          <p:nvPr/>
        </p:nvSpPr>
        <p:spPr bwMode="auto">
          <a:xfrm>
            <a:off x="0" y="876301"/>
            <a:ext cx="9144000" cy="6169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Login.php</a:t>
            </a:r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6914981C-2C1E-4124-BF68-A023BD9F8612}"/>
              </a:ext>
            </a:extLst>
          </p:cNvPr>
          <p:cNvSpPr txBox="1"/>
          <p:nvPr/>
        </p:nvSpPr>
        <p:spPr>
          <a:xfrm>
            <a:off x="192946" y="1493240"/>
            <a:ext cx="8305101" cy="4401205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US" sz="2000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&lt;!DOCTYPE html&gt;</a:t>
            </a:r>
          </a:p>
          <a:p>
            <a:r>
              <a:rPr lang="en-US" sz="2000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&lt;html&gt;</a:t>
            </a:r>
          </a:p>
          <a:p>
            <a:r>
              <a:rPr lang="en-US" sz="2000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&lt;head&gt;</a:t>
            </a:r>
          </a:p>
          <a:p>
            <a:r>
              <a:rPr lang="en-US" sz="2000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    &lt;title&gt;</a:t>
            </a:r>
            <a:r>
              <a:rPr lang="en-US" sz="2000" b="0" i="0" u="none" strike="noStrike" baseline="0" dirty="0" err="1">
                <a:solidFill>
                  <a:schemeClr val="accent4"/>
                </a:solidFill>
                <a:latin typeface="Courier New" panose="02070309020205020404" pitchFamily="49" charset="0"/>
              </a:rPr>
              <a:t>Giriş</a:t>
            </a:r>
            <a:r>
              <a:rPr lang="en-US" sz="2000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 </a:t>
            </a:r>
            <a:r>
              <a:rPr lang="en-US" sz="2000" b="0" i="0" u="none" strike="noStrike" baseline="0" dirty="0" err="1">
                <a:solidFill>
                  <a:schemeClr val="accent4"/>
                </a:solidFill>
                <a:latin typeface="Courier New" panose="02070309020205020404" pitchFamily="49" charset="0"/>
              </a:rPr>
              <a:t>Sayfası</a:t>
            </a:r>
            <a:r>
              <a:rPr lang="en-US" sz="2000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&lt;/title&gt;</a:t>
            </a:r>
          </a:p>
          <a:p>
            <a:r>
              <a:rPr lang="en-US" sz="2000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&lt;/head&gt;</a:t>
            </a:r>
          </a:p>
          <a:p>
            <a:r>
              <a:rPr lang="en-US" sz="2000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&lt;body&gt;</a:t>
            </a:r>
          </a:p>
          <a:p>
            <a:r>
              <a:rPr lang="en-US" sz="2000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    &lt;h2&gt;</a:t>
            </a:r>
            <a:r>
              <a:rPr lang="en-US" sz="2000" b="0" i="0" u="none" strike="noStrike" baseline="0" dirty="0" err="1">
                <a:solidFill>
                  <a:schemeClr val="accent4"/>
                </a:solidFill>
                <a:latin typeface="Courier New" panose="02070309020205020404" pitchFamily="49" charset="0"/>
              </a:rPr>
              <a:t>Giriş</a:t>
            </a:r>
            <a:r>
              <a:rPr lang="en-US" sz="2000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 Yap&lt;/h2&gt;</a:t>
            </a:r>
          </a:p>
          <a:p>
            <a:r>
              <a:rPr lang="en-US" sz="2000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    &lt;form method="POST" action=""&gt;</a:t>
            </a:r>
          </a:p>
          <a:p>
            <a:r>
              <a:rPr lang="en-US" sz="2000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        </a:t>
            </a:r>
            <a:r>
              <a:rPr lang="en-US" sz="2000" b="0" i="0" u="none" strike="noStrike" baseline="0" dirty="0" err="1">
                <a:solidFill>
                  <a:schemeClr val="accent4"/>
                </a:solidFill>
                <a:latin typeface="Courier New" panose="02070309020205020404" pitchFamily="49" charset="0"/>
              </a:rPr>
              <a:t>Kullanıcı</a:t>
            </a:r>
            <a:r>
              <a:rPr lang="en-US" sz="2000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 </a:t>
            </a:r>
            <a:r>
              <a:rPr lang="en-US" sz="2000" b="0" i="0" u="none" strike="noStrike" baseline="0" dirty="0" err="1">
                <a:solidFill>
                  <a:schemeClr val="accent4"/>
                </a:solidFill>
                <a:latin typeface="Courier New" panose="02070309020205020404" pitchFamily="49" charset="0"/>
              </a:rPr>
              <a:t>Adı</a:t>
            </a:r>
            <a:r>
              <a:rPr lang="en-US" sz="2000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: &lt;input type="text" name="username" required&gt;</a:t>
            </a:r>
          </a:p>
          <a:p>
            <a:r>
              <a:rPr lang="en-US" sz="2000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        &lt;input type="submit" value="</a:t>
            </a:r>
            <a:r>
              <a:rPr lang="en-US" sz="2000" b="0" i="0" u="none" strike="noStrike" baseline="0" dirty="0" err="1">
                <a:solidFill>
                  <a:schemeClr val="accent4"/>
                </a:solidFill>
                <a:latin typeface="Courier New" panose="02070309020205020404" pitchFamily="49" charset="0"/>
              </a:rPr>
              <a:t>Giriş</a:t>
            </a:r>
            <a:r>
              <a:rPr lang="en-US" sz="2000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 Yap"&gt;</a:t>
            </a:r>
          </a:p>
          <a:p>
            <a:r>
              <a:rPr lang="en-US" sz="2000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    &lt;/form&gt;</a:t>
            </a:r>
          </a:p>
          <a:p>
            <a:r>
              <a:rPr lang="en-US" sz="2000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&lt;/body&gt;</a:t>
            </a:r>
          </a:p>
          <a:p>
            <a:r>
              <a:rPr lang="en-US" sz="2000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&lt;/html&gt;</a:t>
            </a:r>
            <a:endParaRPr lang="tr-TR" b="0" i="0" u="none" strike="noStrike" baseline="0" dirty="0">
              <a:solidFill>
                <a:schemeClr val="accent4"/>
              </a:solidFill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372298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540"/>
            <a:ext cx="9144000" cy="800100"/>
          </a:xfrm>
        </p:spPr>
        <p:txBody>
          <a:bodyPr/>
          <a:lstStyle/>
          <a:p>
            <a:r>
              <a:rPr lang="tr-TR" sz="3200" dirty="0"/>
              <a:t>Örnek</a:t>
            </a:r>
            <a:endParaRPr lang="en-US" sz="3200" dirty="0"/>
          </a:p>
        </p:txBody>
      </p:sp>
      <p:sp>
        <p:nvSpPr>
          <p:cNvPr id="154627" name="Rectangle 3"/>
          <p:cNvSpPr>
            <a:spLocks noChangeArrowheads="1"/>
          </p:cNvSpPr>
          <p:nvPr/>
        </p:nvSpPr>
        <p:spPr bwMode="auto">
          <a:xfrm>
            <a:off x="0" y="876301"/>
            <a:ext cx="9144000" cy="9860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Session'dan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 veriyi alır ve kullanıcıyı karşılar: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Welcome.php</a:t>
            </a:r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6914981C-2C1E-4124-BF68-A023BD9F8612}"/>
              </a:ext>
            </a:extLst>
          </p:cNvPr>
          <p:cNvSpPr txBox="1"/>
          <p:nvPr/>
        </p:nvSpPr>
        <p:spPr>
          <a:xfrm>
            <a:off x="251669" y="1997839"/>
            <a:ext cx="8305101" cy="2862322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US" sz="2000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&lt;?php</a:t>
            </a:r>
          </a:p>
          <a:p>
            <a:r>
              <a:rPr lang="en-US" sz="2000" b="0" i="0" u="none" strike="noStrike" baseline="0" dirty="0" err="1">
                <a:solidFill>
                  <a:schemeClr val="accent4"/>
                </a:solidFill>
                <a:latin typeface="Courier New" panose="02070309020205020404" pitchFamily="49" charset="0"/>
              </a:rPr>
              <a:t>session_start</a:t>
            </a:r>
            <a:r>
              <a:rPr lang="en-US" sz="2000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();</a:t>
            </a:r>
          </a:p>
          <a:p>
            <a:endParaRPr lang="en-US" sz="2000" b="0" i="0" u="none" strike="noStrike" baseline="0" dirty="0">
              <a:solidFill>
                <a:schemeClr val="accent4"/>
              </a:solidFill>
              <a:latin typeface="Courier New" panose="02070309020205020404" pitchFamily="49" charset="0"/>
            </a:endParaRPr>
          </a:p>
          <a:p>
            <a:r>
              <a:rPr lang="en-US" sz="2000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// </a:t>
            </a:r>
            <a:r>
              <a:rPr lang="en-US" sz="2000" b="0" i="0" u="none" strike="noStrike" baseline="0" dirty="0" err="1">
                <a:solidFill>
                  <a:schemeClr val="accent4"/>
                </a:solidFill>
                <a:latin typeface="Courier New" panose="02070309020205020404" pitchFamily="49" charset="0"/>
              </a:rPr>
              <a:t>Kullanıcı</a:t>
            </a:r>
            <a:r>
              <a:rPr lang="en-US" sz="2000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 </a:t>
            </a:r>
            <a:r>
              <a:rPr lang="en-US" sz="2000" b="0" i="0" u="none" strike="noStrike" baseline="0" dirty="0" err="1">
                <a:solidFill>
                  <a:schemeClr val="accent4"/>
                </a:solidFill>
                <a:latin typeface="Courier New" panose="02070309020205020404" pitchFamily="49" charset="0"/>
              </a:rPr>
              <a:t>oturum</a:t>
            </a:r>
            <a:r>
              <a:rPr lang="en-US" sz="2000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 </a:t>
            </a:r>
            <a:r>
              <a:rPr lang="en-US" sz="2000" b="0" i="0" u="none" strike="noStrike" baseline="0" dirty="0" err="1">
                <a:solidFill>
                  <a:schemeClr val="accent4"/>
                </a:solidFill>
                <a:latin typeface="Courier New" panose="02070309020205020404" pitchFamily="49" charset="0"/>
              </a:rPr>
              <a:t>açmamışsa</a:t>
            </a:r>
            <a:r>
              <a:rPr lang="en-US" sz="2000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 </a:t>
            </a:r>
            <a:r>
              <a:rPr lang="en-US" sz="2000" b="0" i="0" u="none" strike="noStrike" baseline="0" dirty="0" err="1">
                <a:solidFill>
                  <a:schemeClr val="accent4"/>
                </a:solidFill>
                <a:latin typeface="Courier New" panose="02070309020205020404" pitchFamily="49" charset="0"/>
              </a:rPr>
              <a:t>geri</a:t>
            </a:r>
            <a:r>
              <a:rPr lang="en-US" sz="2000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 </a:t>
            </a:r>
            <a:r>
              <a:rPr lang="en-US" sz="2000" b="0" i="0" u="none" strike="noStrike" baseline="0" dirty="0" err="1">
                <a:solidFill>
                  <a:schemeClr val="accent4"/>
                </a:solidFill>
                <a:latin typeface="Courier New" panose="02070309020205020404" pitchFamily="49" charset="0"/>
              </a:rPr>
              <a:t>yönlendir</a:t>
            </a:r>
            <a:endParaRPr lang="en-US" sz="2000" b="0" i="0" u="none" strike="noStrike" baseline="0" dirty="0">
              <a:solidFill>
                <a:schemeClr val="accent4"/>
              </a:solidFill>
              <a:latin typeface="Courier New" panose="02070309020205020404" pitchFamily="49" charset="0"/>
            </a:endParaRPr>
          </a:p>
          <a:p>
            <a:r>
              <a:rPr lang="en-US" sz="2000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if (!</a:t>
            </a:r>
            <a:r>
              <a:rPr lang="en-US" sz="2000" b="0" i="0" u="none" strike="noStrike" baseline="0" dirty="0" err="1">
                <a:solidFill>
                  <a:schemeClr val="accent4"/>
                </a:solidFill>
                <a:latin typeface="Courier New" panose="02070309020205020404" pitchFamily="49" charset="0"/>
              </a:rPr>
              <a:t>isset</a:t>
            </a:r>
            <a:r>
              <a:rPr lang="en-US" sz="2000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($_SESSION["username"])) {</a:t>
            </a:r>
          </a:p>
          <a:p>
            <a:r>
              <a:rPr lang="en-US" sz="2000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    header("Location: </a:t>
            </a:r>
            <a:r>
              <a:rPr lang="en-US" sz="2000" b="0" i="0" u="none" strike="noStrike" baseline="0" dirty="0" err="1">
                <a:solidFill>
                  <a:schemeClr val="accent4"/>
                </a:solidFill>
                <a:latin typeface="Courier New" panose="02070309020205020404" pitchFamily="49" charset="0"/>
              </a:rPr>
              <a:t>login.php</a:t>
            </a:r>
            <a:r>
              <a:rPr lang="en-US" sz="2000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");</a:t>
            </a:r>
          </a:p>
          <a:p>
            <a:r>
              <a:rPr lang="en-US" sz="2000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    exit();</a:t>
            </a:r>
          </a:p>
          <a:p>
            <a:r>
              <a:rPr lang="en-US" sz="2000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}</a:t>
            </a:r>
          </a:p>
          <a:p>
            <a:r>
              <a:rPr lang="en-US" sz="2000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?&gt;</a:t>
            </a:r>
            <a:endParaRPr lang="tr-TR" b="0" i="0" u="none" strike="noStrike" baseline="0" dirty="0">
              <a:solidFill>
                <a:schemeClr val="accent4"/>
              </a:solidFill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814363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540"/>
            <a:ext cx="9144000" cy="800100"/>
          </a:xfrm>
        </p:spPr>
        <p:txBody>
          <a:bodyPr/>
          <a:lstStyle/>
          <a:p>
            <a:r>
              <a:rPr lang="tr-TR" sz="3200" dirty="0"/>
              <a:t>Örnek</a:t>
            </a:r>
            <a:endParaRPr lang="en-US" sz="3200" dirty="0"/>
          </a:p>
        </p:txBody>
      </p:sp>
      <p:sp>
        <p:nvSpPr>
          <p:cNvPr id="154627" name="Rectangle 3"/>
          <p:cNvSpPr>
            <a:spLocks noChangeArrowheads="1"/>
          </p:cNvSpPr>
          <p:nvPr/>
        </p:nvSpPr>
        <p:spPr bwMode="auto">
          <a:xfrm>
            <a:off x="0" y="876302"/>
            <a:ext cx="9144000" cy="541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Welcome.php</a:t>
            </a:r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6914981C-2C1E-4124-BF68-A023BD9F8612}"/>
              </a:ext>
            </a:extLst>
          </p:cNvPr>
          <p:cNvSpPr txBox="1"/>
          <p:nvPr/>
        </p:nvSpPr>
        <p:spPr>
          <a:xfrm>
            <a:off x="260058" y="1690062"/>
            <a:ext cx="8305101" cy="3477875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US" sz="2000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&lt;!DOCTYPE html&gt;</a:t>
            </a:r>
          </a:p>
          <a:p>
            <a:r>
              <a:rPr lang="en-US" sz="2000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&lt;html&gt;</a:t>
            </a:r>
          </a:p>
          <a:p>
            <a:r>
              <a:rPr lang="en-US" sz="2000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&lt;head&gt;</a:t>
            </a:r>
          </a:p>
          <a:p>
            <a:r>
              <a:rPr lang="en-US" sz="2000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    &lt;title&gt;</a:t>
            </a:r>
            <a:r>
              <a:rPr lang="en-US" sz="2000" b="0" i="0" u="none" strike="noStrike" baseline="0" dirty="0" err="1">
                <a:solidFill>
                  <a:schemeClr val="accent4"/>
                </a:solidFill>
                <a:latin typeface="Courier New" panose="02070309020205020404" pitchFamily="49" charset="0"/>
              </a:rPr>
              <a:t>Hoş</a:t>
            </a:r>
            <a:r>
              <a:rPr lang="en-US" sz="2000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 </a:t>
            </a:r>
            <a:r>
              <a:rPr lang="en-US" sz="2000" b="0" i="0" u="none" strike="noStrike" baseline="0" dirty="0" err="1">
                <a:solidFill>
                  <a:schemeClr val="accent4"/>
                </a:solidFill>
                <a:latin typeface="Courier New" panose="02070309020205020404" pitchFamily="49" charset="0"/>
              </a:rPr>
              <a:t>Geldiniz</a:t>
            </a:r>
            <a:r>
              <a:rPr lang="en-US" sz="2000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&lt;/title&gt;</a:t>
            </a:r>
          </a:p>
          <a:p>
            <a:r>
              <a:rPr lang="en-US" sz="2000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&lt;/head&gt;</a:t>
            </a:r>
          </a:p>
          <a:p>
            <a:r>
              <a:rPr lang="en-US" sz="2000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&lt;body&gt;</a:t>
            </a:r>
          </a:p>
          <a:p>
            <a:r>
              <a:rPr lang="en-US" sz="2000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    &lt;h2&gt;</a:t>
            </a:r>
            <a:r>
              <a:rPr lang="en-US" sz="2000" b="0" i="0" u="none" strike="noStrike" baseline="0" dirty="0" err="1">
                <a:solidFill>
                  <a:schemeClr val="accent4"/>
                </a:solidFill>
                <a:latin typeface="Courier New" panose="02070309020205020404" pitchFamily="49" charset="0"/>
              </a:rPr>
              <a:t>Hoş</a:t>
            </a:r>
            <a:r>
              <a:rPr lang="en-US" sz="2000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 </a:t>
            </a:r>
            <a:r>
              <a:rPr lang="en-US" sz="2000" b="0" i="0" u="none" strike="noStrike" baseline="0" dirty="0" err="1">
                <a:solidFill>
                  <a:schemeClr val="accent4"/>
                </a:solidFill>
                <a:latin typeface="Courier New" panose="02070309020205020404" pitchFamily="49" charset="0"/>
              </a:rPr>
              <a:t>geldiniz</a:t>
            </a:r>
            <a:r>
              <a:rPr lang="en-US" sz="2000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, &lt;?php echo </a:t>
            </a:r>
            <a:r>
              <a:rPr lang="en-US" sz="2000" b="0" i="0" u="none" strike="noStrike" baseline="0" dirty="0" err="1">
                <a:solidFill>
                  <a:schemeClr val="accent4"/>
                </a:solidFill>
                <a:latin typeface="Courier New" panose="02070309020205020404" pitchFamily="49" charset="0"/>
              </a:rPr>
              <a:t>htmlspecialchars</a:t>
            </a:r>
            <a:r>
              <a:rPr lang="en-US" sz="2000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($_SESSION["username"]); ?&gt;!&lt;/h2&gt;</a:t>
            </a:r>
          </a:p>
          <a:p>
            <a:r>
              <a:rPr lang="en-US" sz="2000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    &lt;a </a:t>
            </a:r>
            <a:r>
              <a:rPr lang="en-US" sz="2000" b="0" i="0" u="none" strike="noStrike" baseline="0" dirty="0" err="1">
                <a:solidFill>
                  <a:schemeClr val="accent4"/>
                </a:solidFill>
                <a:latin typeface="Courier New" panose="02070309020205020404" pitchFamily="49" charset="0"/>
              </a:rPr>
              <a:t>href</a:t>
            </a:r>
            <a:r>
              <a:rPr lang="en-US" sz="2000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="</a:t>
            </a:r>
            <a:r>
              <a:rPr lang="en-US" sz="2000" b="0" i="0" u="none" strike="noStrike" baseline="0" dirty="0" err="1">
                <a:solidFill>
                  <a:schemeClr val="accent4"/>
                </a:solidFill>
                <a:latin typeface="Courier New" panose="02070309020205020404" pitchFamily="49" charset="0"/>
              </a:rPr>
              <a:t>logout.php</a:t>
            </a:r>
            <a:r>
              <a:rPr lang="en-US" sz="2000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"&gt;</a:t>
            </a:r>
            <a:r>
              <a:rPr lang="en-US" sz="2000" b="0" i="0" u="none" strike="noStrike" baseline="0" dirty="0" err="1">
                <a:solidFill>
                  <a:schemeClr val="accent4"/>
                </a:solidFill>
                <a:latin typeface="Courier New" panose="02070309020205020404" pitchFamily="49" charset="0"/>
              </a:rPr>
              <a:t>Çıkış</a:t>
            </a:r>
            <a:r>
              <a:rPr lang="en-US" sz="2000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 Yap&lt;/a&gt;</a:t>
            </a:r>
          </a:p>
          <a:p>
            <a:r>
              <a:rPr lang="en-US" sz="2000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&lt;/body&gt;</a:t>
            </a:r>
          </a:p>
          <a:p>
            <a:r>
              <a:rPr lang="en-US" sz="2000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&lt;/html&gt;</a:t>
            </a:r>
            <a:endParaRPr lang="tr-TR" b="0" i="0" u="none" strike="noStrike" baseline="0" dirty="0">
              <a:solidFill>
                <a:schemeClr val="accent4"/>
              </a:solidFill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219539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540"/>
            <a:ext cx="9144000" cy="800100"/>
          </a:xfrm>
        </p:spPr>
        <p:txBody>
          <a:bodyPr/>
          <a:lstStyle/>
          <a:p>
            <a:r>
              <a:rPr lang="tr-TR" sz="3200" dirty="0"/>
              <a:t>Örnek</a:t>
            </a:r>
            <a:endParaRPr lang="en-US" sz="3200" dirty="0"/>
          </a:p>
        </p:txBody>
      </p:sp>
      <p:sp>
        <p:nvSpPr>
          <p:cNvPr id="154627" name="Rectangle 3"/>
          <p:cNvSpPr>
            <a:spLocks noChangeArrowheads="1"/>
          </p:cNvSpPr>
          <p:nvPr/>
        </p:nvSpPr>
        <p:spPr bwMode="auto">
          <a:xfrm>
            <a:off x="0" y="876302"/>
            <a:ext cx="9144000" cy="541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Oturumu sonlandıran kod: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Logout.php</a:t>
            </a:r>
            <a:endParaRPr lang="tr-TR" dirty="0">
              <a:solidFill>
                <a:srgbClr val="000000"/>
              </a:solidFill>
              <a:latin typeface="Arial" pitchFamily="34" charset="0"/>
            </a:endParaRPr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6914981C-2C1E-4124-BF68-A023BD9F8612}"/>
              </a:ext>
            </a:extLst>
          </p:cNvPr>
          <p:cNvSpPr txBox="1"/>
          <p:nvPr/>
        </p:nvSpPr>
        <p:spPr>
          <a:xfrm>
            <a:off x="268447" y="2034011"/>
            <a:ext cx="8305101" cy="1938992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US" sz="2000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&lt;?php</a:t>
            </a:r>
          </a:p>
          <a:p>
            <a:r>
              <a:rPr lang="en-US" sz="2000" b="0" i="0" u="none" strike="noStrike" baseline="0" dirty="0" err="1">
                <a:solidFill>
                  <a:schemeClr val="accent4"/>
                </a:solidFill>
                <a:latin typeface="Courier New" panose="02070309020205020404" pitchFamily="49" charset="0"/>
              </a:rPr>
              <a:t>session_start</a:t>
            </a:r>
            <a:r>
              <a:rPr lang="en-US" sz="2000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();</a:t>
            </a:r>
          </a:p>
          <a:p>
            <a:r>
              <a:rPr lang="en-US" sz="2000" b="0" i="0" u="none" strike="noStrike" baseline="0" dirty="0" err="1">
                <a:solidFill>
                  <a:schemeClr val="accent4"/>
                </a:solidFill>
                <a:latin typeface="Courier New" panose="02070309020205020404" pitchFamily="49" charset="0"/>
              </a:rPr>
              <a:t>session_unset</a:t>
            </a:r>
            <a:r>
              <a:rPr lang="en-US" sz="2000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();</a:t>
            </a:r>
          </a:p>
          <a:p>
            <a:r>
              <a:rPr lang="en-US" sz="2000" b="0" i="0" u="none" strike="noStrike" baseline="0" dirty="0" err="1">
                <a:solidFill>
                  <a:schemeClr val="accent4"/>
                </a:solidFill>
                <a:latin typeface="Courier New" panose="02070309020205020404" pitchFamily="49" charset="0"/>
              </a:rPr>
              <a:t>session_destroy</a:t>
            </a:r>
            <a:r>
              <a:rPr lang="en-US" sz="2000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();</a:t>
            </a:r>
          </a:p>
          <a:p>
            <a:r>
              <a:rPr lang="en-US" sz="2000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header("Location: </a:t>
            </a:r>
            <a:r>
              <a:rPr lang="en-US" sz="2000" b="0" i="0" u="none" strike="noStrike" baseline="0" dirty="0" err="1">
                <a:solidFill>
                  <a:schemeClr val="accent4"/>
                </a:solidFill>
                <a:latin typeface="Courier New" panose="02070309020205020404" pitchFamily="49" charset="0"/>
              </a:rPr>
              <a:t>login.php</a:t>
            </a:r>
            <a:r>
              <a:rPr lang="en-US" sz="2000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");</a:t>
            </a:r>
          </a:p>
          <a:p>
            <a:r>
              <a:rPr lang="en-US" sz="2000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exit();</a:t>
            </a:r>
            <a:endParaRPr lang="tr-TR" b="0" i="0" u="none" strike="noStrike" baseline="0" dirty="0">
              <a:solidFill>
                <a:schemeClr val="accent4"/>
              </a:solidFill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0548540"/>
      </p:ext>
    </p:extLst>
  </p:cSld>
  <p:clrMapOvr>
    <a:masterClrMapping/>
  </p:clrMapOvr>
</p:sld>
</file>

<file path=ppt/theme/theme1.xml><?xml version="1.0" encoding="utf-8"?>
<a:theme xmlns:a="http://schemas.openxmlformats.org/drawingml/2006/main" name="1_UMd_Draft4-8Oct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9BE7FF"/>
      </a:accent1>
      <a:accent2>
        <a:srgbClr val="AFFFC2"/>
      </a:accent2>
      <a:accent3>
        <a:srgbClr val="FFFFFF"/>
      </a:accent3>
      <a:accent4>
        <a:srgbClr val="000000"/>
      </a:accent4>
      <a:accent5>
        <a:srgbClr val="CBF1FF"/>
      </a:accent5>
      <a:accent6>
        <a:srgbClr val="9EE7B0"/>
      </a:accent6>
      <a:hlink>
        <a:srgbClr val="FF0066"/>
      </a:hlink>
      <a:folHlink>
        <a:srgbClr val="FFFF7D"/>
      </a:folHlink>
    </a:clrScheme>
    <a:fontScheme name="UMd_Draft4-8Oc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111125" marR="0" indent="-111125" algn="l" defTabSz="914400" rtl="0" eaLnBrk="0" fontAlgn="base" latinLnBrk="0" hangingPunct="0">
          <a:lnSpc>
            <a:spcPct val="90000"/>
          </a:lnSpc>
          <a:spcBef>
            <a:spcPct val="0"/>
          </a:spcBef>
          <a:spcAft>
            <a:spcPct val="50000"/>
          </a:spcAft>
          <a:buClrTx/>
          <a:buSzTx/>
          <a:buFontTx/>
          <a:buChar char="•"/>
          <a:tabLst/>
          <a:defRPr kumimoji="0" lang="en-US" sz="22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111125" marR="0" indent="-111125" algn="l" defTabSz="914400" rtl="0" eaLnBrk="0" fontAlgn="base" latinLnBrk="0" hangingPunct="0">
          <a:lnSpc>
            <a:spcPct val="90000"/>
          </a:lnSpc>
          <a:spcBef>
            <a:spcPct val="0"/>
          </a:spcBef>
          <a:spcAft>
            <a:spcPct val="50000"/>
          </a:spcAft>
          <a:buClrTx/>
          <a:buSzTx/>
          <a:buFontTx/>
          <a:buChar char="•"/>
          <a:tabLst/>
          <a:defRPr kumimoji="0" lang="en-US" sz="22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lnDef>
  </a:objectDefaults>
  <a:extraClrSchemeLst>
    <a:extraClrScheme>
      <a:clrScheme name="UMd_Draft4-8Oct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Md_Draft4-8Oct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UMd_Draft4-8Oct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Md_Draft4-8Oct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Md_Draft4-8Oct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Md_Draft4-8Oct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Md_Draft4-8Oct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2_UMd_Draft4-8Oct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9BE7FF"/>
      </a:accent1>
      <a:accent2>
        <a:srgbClr val="AFFFC2"/>
      </a:accent2>
      <a:accent3>
        <a:srgbClr val="FFFFFF"/>
      </a:accent3>
      <a:accent4>
        <a:srgbClr val="000000"/>
      </a:accent4>
      <a:accent5>
        <a:srgbClr val="CBF1FF"/>
      </a:accent5>
      <a:accent6>
        <a:srgbClr val="9EE7B0"/>
      </a:accent6>
      <a:hlink>
        <a:srgbClr val="FF0066"/>
      </a:hlink>
      <a:folHlink>
        <a:srgbClr val="FFFF7D"/>
      </a:folHlink>
    </a:clrScheme>
    <a:fontScheme name="UMd_Draft4-8Oc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UMd_Draft4-8Oct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Md_Draft4-8Oct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UMd_Draft4-8Oct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Md_Draft4-8Oct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Md_Draft4-8Oct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Md_Draft4-8Oct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Md_Draft4-8Oct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3_UMd_Draft4-8Oct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9BE7FF"/>
      </a:accent1>
      <a:accent2>
        <a:srgbClr val="AFFFC2"/>
      </a:accent2>
      <a:accent3>
        <a:srgbClr val="FFFFFF"/>
      </a:accent3>
      <a:accent4>
        <a:srgbClr val="000000"/>
      </a:accent4>
      <a:accent5>
        <a:srgbClr val="CBF1FF"/>
      </a:accent5>
      <a:accent6>
        <a:srgbClr val="9EE7B0"/>
      </a:accent6>
      <a:hlink>
        <a:srgbClr val="FF0066"/>
      </a:hlink>
      <a:folHlink>
        <a:srgbClr val="FFFF7D"/>
      </a:folHlink>
    </a:clrScheme>
    <a:fontScheme name="UMd_Draft4-8Oc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bg1"/>
              </a:solidFill>
            </a14:hiddenFill>
          </a:ext>
          <a:ext uri="{91240B29-F687-4F45-9708-019B960494DF}">
            <a14:hiddenLine xmlns:a14="http://schemas.microsoft.com/office/drawing/2010/main"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111125" marR="0" indent="-111125" algn="l" defTabSz="914400" rtl="0" eaLnBrk="0" fontAlgn="base" latinLnBrk="0" hangingPunct="0">
          <a:lnSpc>
            <a:spcPct val="90000"/>
          </a:lnSpc>
          <a:spcBef>
            <a:spcPct val="0"/>
          </a:spcBef>
          <a:spcAft>
            <a:spcPct val="50000"/>
          </a:spcAft>
          <a:buClrTx/>
          <a:buSzTx/>
          <a:buFontTx/>
          <a:buChar char="•"/>
          <a:tabLst/>
          <a:defRPr kumimoji="0" 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bg1"/>
              </a:solidFill>
            </a14:hiddenFill>
          </a:ext>
          <a:ext uri="{91240B29-F687-4F45-9708-019B960494DF}">
            <a14:hiddenLine xmlns:a14="http://schemas.microsoft.com/office/drawing/2010/main"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111125" marR="0" indent="-111125" algn="l" defTabSz="914400" rtl="0" eaLnBrk="0" fontAlgn="base" latinLnBrk="0" hangingPunct="0">
          <a:lnSpc>
            <a:spcPct val="90000"/>
          </a:lnSpc>
          <a:spcBef>
            <a:spcPct val="0"/>
          </a:spcBef>
          <a:spcAft>
            <a:spcPct val="50000"/>
          </a:spcAft>
          <a:buClrTx/>
          <a:buSzTx/>
          <a:buFontTx/>
          <a:buChar char="•"/>
          <a:tabLst/>
          <a:defRPr kumimoji="0" 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lnDef>
  </a:objectDefaults>
  <a:extraClrSchemeLst>
    <a:extraClrScheme>
      <a:clrScheme name="UMd_Draft4-8Oct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Md_Draft4-8Oct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UMd_Draft4-8Oct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Md_Draft4-8Oct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Md_Draft4-8Oct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Md_Draft4-8Oct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Md_Draft4-8Oct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4_UMd_Draft4-8Oct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9BE7FF"/>
      </a:accent1>
      <a:accent2>
        <a:srgbClr val="AFFFC2"/>
      </a:accent2>
      <a:accent3>
        <a:srgbClr val="FFFFFF"/>
      </a:accent3>
      <a:accent4>
        <a:srgbClr val="000000"/>
      </a:accent4>
      <a:accent5>
        <a:srgbClr val="CBF1FF"/>
      </a:accent5>
      <a:accent6>
        <a:srgbClr val="9EE7B0"/>
      </a:accent6>
      <a:hlink>
        <a:srgbClr val="FF0066"/>
      </a:hlink>
      <a:folHlink>
        <a:srgbClr val="FFFF7D"/>
      </a:folHlink>
    </a:clrScheme>
    <a:fontScheme name="UMd_Draft4-8Oc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bg1"/>
              </a:solidFill>
            </a14:hiddenFill>
          </a:ext>
          <a:ext uri="{91240B29-F687-4F45-9708-019B960494DF}">
            <a14:hiddenLine xmlns:a14="http://schemas.microsoft.com/office/drawing/2010/main"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111125" marR="0" indent="-111125" algn="l" defTabSz="914400" rtl="0" eaLnBrk="0" fontAlgn="base" latinLnBrk="0" hangingPunct="0">
          <a:lnSpc>
            <a:spcPct val="90000"/>
          </a:lnSpc>
          <a:spcBef>
            <a:spcPct val="0"/>
          </a:spcBef>
          <a:spcAft>
            <a:spcPct val="50000"/>
          </a:spcAft>
          <a:buClrTx/>
          <a:buSzTx/>
          <a:buFontTx/>
          <a:buChar char="•"/>
          <a:tabLst/>
          <a:defRPr kumimoji="0" 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bg1"/>
              </a:solidFill>
            </a14:hiddenFill>
          </a:ext>
          <a:ext uri="{91240B29-F687-4F45-9708-019B960494DF}">
            <a14:hiddenLine xmlns:a14="http://schemas.microsoft.com/office/drawing/2010/main"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111125" marR="0" indent="-111125" algn="l" defTabSz="914400" rtl="0" eaLnBrk="0" fontAlgn="base" latinLnBrk="0" hangingPunct="0">
          <a:lnSpc>
            <a:spcPct val="90000"/>
          </a:lnSpc>
          <a:spcBef>
            <a:spcPct val="0"/>
          </a:spcBef>
          <a:spcAft>
            <a:spcPct val="50000"/>
          </a:spcAft>
          <a:buClrTx/>
          <a:buSzTx/>
          <a:buFontTx/>
          <a:buChar char="•"/>
          <a:tabLst/>
          <a:defRPr kumimoji="0" 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lnDef>
  </a:objectDefaults>
  <a:extraClrSchemeLst>
    <a:extraClrScheme>
      <a:clrScheme name="UMd_Draft4-8Oct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Md_Draft4-8Oct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UMd_Draft4-8Oct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Md_Draft4-8Oct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Md_Draft4-8Oct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Md_Draft4-8Oct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Md_Draft4-8Oct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5_UMd_Draft4-8Oct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9BE7FF"/>
      </a:accent1>
      <a:accent2>
        <a:srgbClr val="AFFFC2"/>
      </a:accent2>
      <a:accent3>
        <a:srgbClr val="FFFFFF"/>
      </a:accent3>
      <a:accent4>
        <a:srgbClr val="000000"/>
      </a:accent4>
      <a:accent5>
        <a:srgbClr val="CBF1FF"/>
      </a:accent5>
      <a:accent6>
        <a:srgbClr val="9EE7B0"/>
      </a:accent6>
      <a:hlink>
        <a:srgbClr val="FF0066"/>
      </a:hlink>
      <a:folHlink>
        <a:srgbClr val="FFFF7D"/>
      </a:folHlink>
    </a:clrScheme>
    <a:fontScheme name="UMd_Draft4-8Oc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bg1"/>
              </a:solidFill>
            </a14:hiddenFill>
          </a:ext>
          <a:ext uri="{91240B29-F687-4F45-9708-019B960494DF}">
            <a14:hiddenLine xmlns:a14="http://schemas.microsoft.com/office/drawing/2010/main"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111125" marR="0" indent="-111125" algn="l" defTabSz="914400" rtl="0" eaLnBrk="0" fontAlgn="base" latinLnBrk="0" hangingPunct="0">
          <a:lnSpc>
            <a:spcPct val="90000"/>
          </a:lnSpc>
          <a:spcBef>
            <a:spcPct val="0"/>
          </a:spcBef>
          <a:spcAft>
            <a:spcPct val="50000"/>
          </a:spcAft>
          <a:buClrTx/>
          <a:buSzTx/>
          <a:buFontTx/>
          <a:buChar char="•"/>
          <a:tabLst/>
          <a:defRPr kumimoji="0" 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bg1"/>
              </a:solidFill>
            </a14:hiddenFill>
          </a:ext>
          <a:ext uri="{91240B29-F687-4F45-9708-019B960494DF}">
            <a14:hiddenLine xmlns:a14="http://schemas.microsoft.com/office/drawing/2010/main"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111125" marR="0" indent="-111125" algn="l" defTabSz="914400" rtl="0" eaLnBrk="0" fontAlgn="base" latinLnBrk="0" hangingPunct="0">
          <a:lnSpc>
            <a:spcPct val="90000"/>
          </a:lnSpc>
          <a:spcBef>
            <a:spcPct val="0"/>
          </a:spcBef>
          <a:spcAft>
            <a:spcPct val="50000"/>
          </a:spcAft>
          <a:buClrTx/>
          <a:buSzTx/>
          <a:buFontTx/>
          <a:buChar char="•"/>
          <a:tabLst/>
          <a:defRPr kumimoji="0" 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lnDef>
  </a:objectDefaults>
  <a:extraClrSchemeLst>
    <a:extraClrScheme>
      <a:clrScheme name="UMd_Draft4-8Oct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Md_Draft4-8Oct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UMd_Draft4-8Oct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Md_Draft4-8Oct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Md_Draft4-8Oct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Md_Draft4-8Oct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Md_Draft4-8Oct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15_UMd_Draft4-8Oct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9BE7FF"/>
      </a:accent1>
      <a:accent2>
        <a:srgbClr val="AFFFC2"/>
      </a:accent2>
      <a:accent3>
        <a:srgbClr val="FFFFFF"/>
      </a:accent3>
      <a:accent4>
        <a:srgbClr val="000000"/>
      </a:accent4>
      <a:accent5>
        <a:srgbClr val="CBF1FF"/>
      </a:accent5>
      <a:accent6>
        <a:srgbClr val="9EE7B0"/>
      </a:accent6>
      <a:hlink>
        <a:srgbClr val="FF0066"/>
      </a:hlink>
      <a:folHlink>
        <a:srgbClr val="FFFF7D"/>
      </a:folHlink>
    </a:clrScheme>
    <a:fontScheme name="UMd_Draft4-8Oc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bg1"/>
              </a:solidFill>
            </a14:hiddenFill>
          </a:ext>
          <a:ext uri="{91240B29-F687-4F45-9708-019B960494DF}">
            <a14:hiddenLine xmlns:a14="http://schemas.microsoft.com/office/drawing/2010/main"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111125" marR="0" indent="-111125" algn="l" defTabSz="914400" rtl="0" eaLnBrk="0" fontAlgn="base" latinLnBrk="0" hangingPunct="0">
          <a:lnSpc>
            <a:spcPct val="90000"/>
          </a:lnSpc>
          <a:spcBef>
            <a:spcPct val="0"/>
          </a:spcBef>
          <a:spcAft>
            <a:spcPct val="50000"/>
          </a:spcAft>
          <a:buClrTx/>
          <a:buSzTx/>
          <a:buFontTx/>
          <a:buChar char="•"/>
          <a:tabLst/>
          <a:defRPr kumimoji="0" 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bg1"/>
              </a:solidFill>
            </a14:hiddenFill>
          </a:ext>
          <a:ext uri="{91240B29-F687-4F45-9708-019B960494DF}">
            <a14:hiddenLine xmlns:a14="http://schemas.microsoft.com/office/drawing/2010/main"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111125" marR="0" indent="-111125" algn="l" defTabSz="914400" rtl="0" eaLnBrk="0" fontAlgn="base" latinLnBrk="0" hangingPunct="0">
          <a:lnSpc>
            <a:spcPct val="90000"/>
          </a:lnSpc>
          <a:spcBef>
            <a:spcPct val="0"/>
          </a:spcBef>
          <a:spcAft>
            <a:spcPct val="50000"/>
          </a:spcAft>
          <a:buClrTx/>
          <a:buSzTx/>
          <a:buFontTx/>
          <a:buChar char="•"/>
          <a:tabLst/>
          <a:defRPr kumimoji="0" 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lnDef>
  </a:objectDefaults>
  <a:extraClrSchemeLst>
    <a:extraClrScheme>
      <a:clrScheme name="UMd_Draft4-8Oct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Md_Draft4-8Oct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UMd_Draft4-8Oct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Md_Draft4-8Oct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Md_Draft4-8Oct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Md_Draft4-8Oct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Md_Draft4-8Oct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7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345951</TotalTime>
  <Words>1851</Words>
  <Application>Microsoft Office PowerPoint</Application>
  <PresentationFormat>Ekran Gösterisi (4:3)</PresentationFormat>
  <Paragraphs>268</Paragraphs>
  <Slides>26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4</vt:i4>
      </vt:variant>
      <vt:variant>
        <vt:lpstr>Tema</vt:lpstr>
      </vt:variant>
      <vt:variant>
        <vt:i4>6</vt:i4>
      </vt:variant>
      <vt:variant>
        <vt:lpstr>Slayt Başlıkları</vt:lpstr>
      </vt:variant>
      <vt:variant>
        <vt:i4>26</vt:i4>
      </vt:variant>
    </vt:vector>
  </HeadingPairs>
  <TitlesOfParts>
    <vt:vector size="36" baseType="lpstr">
      <vt:lpstr>Arial</vt:lpstr>
      <vt:lpstr>Courier New</vt:lpstr>
      <vt:lpstr>Times New Roman</vt:lpstr>
      <vt:lpstr>Wingdings</vt:lpstr>
      <vt:lpstr>1_UMd_Draft4-8Oct</vt:lpstr>
      <vt:lpstr>2_UMd_Draft4-8Oct</vt:lpstr>
      <vt:lpstr>3_UMd_Draft4-8Oct</vt:lpstr>
      <vt:lpstr>4_UMd_Draft4-8Oct</vt:lpstr>
      <vt:lpstr>5_UMd_Draft4-8Oct</vt:lpstr>
      <vt:lpstr>15_UMd_Draft4-8Oct</vt:lpstr>
      <vt:lpstr>PowerPoint Sunusu</vt:lpstr>
      <vt:lpstr>Çerez (Cookie) Nedir?</vt:lpstr>
      <vt:lpstr>Çerez Yaratma</vt:lpstr>
      <vt:lpstr>Çerez Yaratma</vt:lpstr>
      <vt:lpstr>Çerez Yaratma</vt:lpstr>
      <vt:lpstr>Çerez Yaratma</vt:lpstr>
      <vt:lpstr>Çerez Oluşturma/Alma</vt:lpstr>
      <vt:lpstr>Çerez Oluşturma/Alma</vt:lpstr>
      <vt:lpstr>Çerez Değerini Günceleme</vt:lpstr>
      <vt:lpstr>Çerez Silme</vt:lpstr>
      <vt:lpstr>Örnek</vt:lpstr>
      <vt:lpstr>Örnek</vt:lpstr>
      <vt:lpstr>Örnek</vt:lpstr>
      <vt:lpstr>Örnek</vt:lpstr>
      <vt:lpstr>Oturum (Session) Yönetimi</vt:lpstr>
      <vt:lpstr>Oturum (Session) Yönetimi</vt:lpstr>
      <vt:lpstr>Oturum Başlatma</vt:lpstr>
      <vt:lpstr>Oturum Değişkenlerini Alma</vt:lpstr>
      <vt:lpstr>Oturum Değişkenlerini Alma</vt:lpstr>
      <vt:lpstr>Oturum Değişkenlerini Güncelleme</vt:lpstr>
      <vt:lpstr>Bir PHP Oturumunu (Session) Yok Etmek</vt:lpstr>
      <vt:lpstr>Örnek</vt:lpstr>
      <vt:lpstr>Örnek</vt:lpstr>
      <vt:lpstr>Örnek</vt:lpstr>
      <vt:lpstr>Örnek</vt:lpstr>
      <vt:lpstr>Örnek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#1</dc:title>
  <dc:creator>JK/KR, modified by C.Xu/E.Attalla</dc:creator>
  <cp:lastModifiedBy>Zihni KAYA</cp:lastModifiedBy>
  <cp:revision>1904</cp:revision>
  <cp:lastPrinted>2013-04-21T19:31:14Z</cp:lastPrinted>
  <dcterms:created xsi:type="dcterms:W3CDTF">1999-10-08T19:08:27Z</dcterms:created>
  <dcterms:modified xsi:type="dcterms:W3CDTF">2026-04-06T04:50:53Z</dcterms:modified>
</cp:coreProperties>
</file>