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14"/>
  </p:notesMasterIdLst>
  <p:handoutMasterIdLst>
    <p:handoutMasterId r:id="rId15"/>
  </p:handoutMasterIdLst>
  <p:sldIdLst>
    <p:sldId id="770" r:id="rId7"/>
    <p:sldId id="789" r:id="rId8"/>
    <p:sldId id="790" r:id="rId9"/>
    <p:sldId id="791" r:id="rId10"/>
    <p:sldId id="792" r:id="rId11"/>
    <p:sldId id="793" r:id="rId12"/>
    <p:sldId id="794" r:id="rId1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Tasarım ve Programlama</a:t>
            </a:r>
            <a:endParaRPr lang="tr-TR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kumimoji="0" lang="tr-TR" alt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Tarih ve Saat İşlemleri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6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Tarih İşlemleri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01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date() fonksiyonu, bir tarihi ve/veya saati biçimlendirmek için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İşte tarihler için yaygın olarak kullanılan bazı karakterler: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 - Ayın günü (01'den 31'e kadar) 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 - Ay (01'den 12'ye kadar) 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 - Yıl (dört haneli) 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l (küçük 'l') - Haftanın günü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Diğer karakterler, örneğin "/", ".", veya "-" da karakterler arasına eklenerek ek biçimlendirme yapılabilir.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538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Tarih İşlemleri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örnek, bugünün tarihini üç farklı şekilde biçimlendirir: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016762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Bugün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 . date("Y/m/d") . "&lt;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Bugün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 . date("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Y.m.d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") . "&lt;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Bugün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 . date("Y-m-d") . "&lt;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"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Bugün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 . date("l");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071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Saat İşlemleri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272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İşte saatler için yaygın olarak kullanılan bazı karakterler: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 - Saatin 24 saatlik formatı (00 ile 23 arası)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 - Başında sıfır olan 12 saatlik format (01 ile 12 arası)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 - Başında sıfır olan dakikalar (00 ile 59 arası)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 - Başında sıfır olan saniyeler (00 ile 59 arası)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25931" y="3760738"/>
            <a:ext cx="8305101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"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Saat: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 . date("h:i:s");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07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 err="1"/>
              <a:t>String’den</a:t>
            </a:r>
            <a:r>
              <a:rPr lang="tr-TR" sz="3200" dirty="0"/>
              <a:t> Tarih Yaratma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596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strtotime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fonksiyonu, insan tarafından okunabilir bir tarih dizgisini Unix zaman damgasına (1 Ocak 1970 00:00:00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GMT'den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itibaren geçen saniye sayısı) dönüştürmek için kullanılır.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971029"/>
            <a:ext cx="8305101" cy="34163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$d=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strtotime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("tomorrow");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date("Y-m-d h:i:sa", $d) . "&lt;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$d=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strtotime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("next Saturday");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date("Y-m-d h:i:sa", $d) . "&lt;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$d=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strtotime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("+3 Months");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date("Y-m-d h:i:sa", $d) . "&lt;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900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596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örnek, önümüzdeki altı Cumartesi'nin tarihlerini verir.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1963111"/>
            <a:ext cx="8305101" cy="415498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startdate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strtotime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("Saturday");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enddate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strtotime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("+6 weeks",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startdate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);</a:t>
            </a:r>
          </a:p>
          <a:p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while ($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startdate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&lt;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enddate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echo date("M d",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startdate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 . "&lt;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startdate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strtotime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("+1 week",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startdate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427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2"/>
            <a:ext cx="9144000" cy="713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örnek, 4 Temmuz’a kaç gün kaldığını gösterir.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1963111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$d1=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strtotime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("July 04");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$d2=ceil(($d1-time())/60/60/24);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"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Temmuzun 4’üne 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 . $d2 ." </a:t>
            </a:r>
            <a:r>
              <a:rPr lang="tr-TR" b="0" i="0" u="none" strike="noStrike" baseline="0">
                <a:solidFill>
                  <a:schemeClr val="accent4"/>
                </a:solidFill>
                <a:latin typeface="Courier New" panose="02070309020205020404" pitchFamily="49" charset="0"/>
              </a:rPr>
              <a:t>gün var</a:t>
            </a:r>
            <a:r>
              <a:rPr lang="en-US" b="0" i="0" u="none" strike="noStrike" baseline="0">
                <a:solidFill>
                  <a:schemeClr val="accent4"/>
                </a:solidFill>
                <a:latin typeface="Courier New" panose="02070309020205020404" pitchFamily="49" charset="0"/>
              </a:rPr>
              <a:t>.";</a:t>
            </a:r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926304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324474</TotalTime>
  <Words>447</Words>
  <Application>Microsoft Office PowerPoint</Application>
  <PresentationFormat>Ekran Gösterisi (4:3)</PresentationFormat>
  <Paragraphs>59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7</vt:i4>
      </vt:variant>
    </vt:vector>
  </HeadingPairs>
  <TitlesOfParts>
    <vt:vector size="17" baseType="lpstr">
      <vt:lpstr>Arial</vt:lpstr>
      <vt:lpstr>Courier New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Tarih İşlemleri</vt:lpstr>
      <vt:lpstr>Tarih İşlemleri</vt:lpstr>
      <vt:lpstr>Saat İşlemleri</vt:lpstr>
      <vt:lpstr>String’den Tarih Yaratma</vt:lpstr>
      <vt:lpstr>Örnek</vt:lpstr>
      <vt:lpstr>Örnek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1821</cp:revision>
  <cp:lastPrinted>2013-04-21T19:31:14Z</cp:lastPrinted>
  <dcterms:created xsi:type="dcterms:W3CDTF">1999-10-08T19:08:27Z</dcterms:created>
  <dcterms:modified xsi:type="dcterms:W3CDTF">2026-04-16T07:48:16Z</dcterms:modified>
</cp:coreProperties>
</file>