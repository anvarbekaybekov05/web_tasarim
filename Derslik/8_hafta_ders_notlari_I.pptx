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25"/>
  </p:notesMasterIdLst>
  <p:handoutMasterIdLst>
    <p:handoutMasterId r:id="rId26"/>
  </p:handoutMasterIdLst>
  <p:sldIdLst>
    <p:sldId id="770" r:id="rId7"/>
    <p:sldId id="787" r:id="rId8"/>
    <p:sldId id="788" r:id="rId9"/>
    <p:sldId id="789" r:id="rId10"/>
    <p:sldId id="790" r:id="rId11"/>
    <p:sldId id="791" r:id="rId12"/>
    <p:sldId id="792" r:id="rId13"/>
    <p:sldId id="793" r:id="rId14"/>
    <p:sldId id="794" r:id="rId15"/>
    <p:sldId id="795" r:id="rId16"/>
    <p:sldId id="796" r:id="rId17"/>
    <p:sldId id="798" r:id="rId18"/>
    <p:sldId id="799" r:id="rId19"/>
    <p:sldId id="800" r:id="rId20"/>
    <p:sldId id="801" r:id="rId21"/>
    <p:sldId id="802" r:id="rId22"/>
    <p:sldId id="803" r:id="rId23"/>
    <p:sldId id="804" r:id="rId24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Tasarım </a:t>
            </a:r>
            <a:r>
              <a:rPr lang="tr-TR" sz="36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 Programlama</a:t>
            </a:r>
            <a:endParaRPr lang="tr-T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altLang="tr-TR" sz="32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Koşullu İfadeler ve Döngüler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Koşullu İfadeler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Programlamada koşullu ifadeler, durum karşılaştırması yapıldıktan sonra her durumda neler yapılacağını belirtmek için kullanılır.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Programlama için vazgeçilmezdir.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Programlamanın temelini oluşturur.</a:t>
            </a:r>
          </a:p>
        </p:txBody>
      </p:sp>
    </p:spTree>
    <p:extLst>
      <p:ext uri="{BB962C8B-B14F-4D97-AF65-F5344CB8AC3E}">
        <p14:creationId xmlns:p14="http://schemas.microsoft.com/office/powerpoint/2010/main" val="127889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If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If koşul sağlandığında yapılacakları belirtmek için kullanılan koşullu ifadedir.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date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"H"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//Sunucudan saat bilgisi $s değişkenine atanıyor.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"20"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"İyi günler!"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6000" dirty="0"/>
          </a:p>
        </p:txBody>
      </p:sp>
    </p:spTree>
    <p:extLst>
      <p:ext uri="{BB962C8B-B14F-4D97-AF65-F5344CB8AC3E}">
        <p14:creationId xmlns:p14="http://schemas.microsoft.com/office/powerpoint/2010/main" val="3184409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If…else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053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ifade koşul sağlandığında ve sağlanmadığında yapılacakları belirtmek için kullanılır.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182467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date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"H"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//Sunucudan saat bilgisi $s değişkenine atanıyor.</a:t>
            </a:r>
          </a:p>
          <a:p>
            <a:endParaRPr lang="tr-TR" b="0" i="0" u="none" strike="noStrike" baseline="0" dirty="0">
              <a:latin typeface="Courier New" panose="02070309020205020404" pitchFamily="49" charset="0"/>
            </a:endParaRP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"20"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"İyi günler!"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"İyi geceler!"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7200" dirty="0"/>
          </a:p>
        </p:txBody>
      </p:sp>
    </p:spTree>
    <p:extLst>
      <p:ext uri="{BB962C8B-B14F-4D97-AF65-F5344CB8AC3E}">
        <p14:creationId xmlns:p14="http://schemas.microsoft.com/office/powerpoint/2010/main" val="212986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if</a:t>
            </a:r>
            <a:r>
              <a:rPr lang="tr-TR" sz="3200" dirty="0"/>
              <a:t>…</a:t>
            </a:r>
            <a:r>
              <a:rPr lang="tr-TR" sz="3200" dirty="0" err="1"/>
              <a:t>elseif</a:t>
            </a:r>
            <a:r>
              <a:rPr lang="tr-TR" sz="3200" dirty="0"/>
              <a:t>…else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2034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Birden çok koşula göre kodlar çalıştırılacaksa bu ifade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saat bilgisi 10’dan küçükse “Günaydın” yok değil de 20’den küçükse “İyi Günler” bu da değilse “İyi geceler” yazdırılıyor.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2971032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date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"H"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  <a:endParaRPr lang="tr-TR" b="0" i="0" u="none" strike="noStrike" baseline="0" dirty="0">
              <a:latin typeface="Courier New" panose="02070309020205020404" pitchFamily="49" charset="0"/>
            </a:endParaRP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"10"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"Günaydın!"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elseif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$s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"20"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"İyi günler!"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"İyi geceler!"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8800" dirty="0"/>
          </a:p>
        </p:txBody>
      </p:sp>
    </p:spTree>
    <p:extLst>
      <p:ext uri="{BB962C8B-B14F-4D97-AF65-F5344CB8AC3E}">
        <p14:creationId xmlns:p14="http://schemas.microsoft.com/office/powerpoint/2010/main" val="190391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Switch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Birbirinden farklı kod bloklarından birini seçip çalıştırmak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İlk önce söz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dizimindeki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“n” ifadesi değerlendirilir ve buradaki ifadeye göre ilgili kod bloğu çalıştırılır.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Genellikle n bir değişkendir. Switch altındaki bloklar bu ifadeyle eşleşiyorsa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case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ilgili kodlar çalıştırılır.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Case bloklarının sonundaki “break” ifadesi diğer bloklara geçmeyi engeller.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Herhangi bir eşleşme bulunamazsa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default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ifadesinin altındaki kodlar çalıştırılır.</a:t>
            </a:r>
          </a:p>
        </p:txBody>
      </p:sp>
    </p:spTree>
    <p:extLst>
      <p:ext uri="{BB962C8B-B14F-4D97-AF65-F5344CB8AC3E}">
        <p14:creationId xmlns:p14="http://schemas.microsoft.com/office/powerpoint/2010/main" val="1326597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Switch</a:t>
            </a:r>
            <a:endParaRPr lang="en-US" sz="32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226502" y="1024786"/>
            <a:ext cx="8305101" cy="532453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sz="2000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sz="2000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$renk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"kırmızı"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switch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sz="2000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$renk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"kırmızı"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: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"Renginiz kırmızı!"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	break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"mavi"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: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"Renginiz mavi!"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	break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"yeşil"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: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"Renginiz yeşil!"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	break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default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:</a:t>
            </a:r>
          </a:p>
          <a:p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	</a:t>
            </a:r>
            <a:r>
              <a:rPr lang="tr-TR" sz="2000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sz="2000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sz="2000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"Renginiz kırmızı, mavi ya da yeşil değil!"</a:t>
            </a:r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sz="2000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sz="2000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9600" dirty="0"/>
          </a:p>
        </p:txBody>
      </p:sp>
    </p:spTree>
    <p:extLst>
      <p:ext uri="{BB962C8B-B14F-4D97-AF65-F5344CB8AC3E}">
        <p14:creationId xmlns:p14="http://schemas.microsoft.com/office/powerpoint/2010/main" val="174692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Döngüler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97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Koşul sağlandığı sürece aynı işi defalarca yapmak için döngü kullanılır.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Döngü kurulduğu zaman döngü içinde koşulu etkileyen bir satırın bulunması gerekir.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olmadığı zaman döngüde kodlar sonsuza kadar çalışacaktır. Bu duruma kısır döngü kurmak denir.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PHP’deki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döngüler aşağıdaki ifadelerle kurulur;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while: Şart sağlandığı müddetçe döngü devam eder.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do…while: Döngü içindeki kod bir defa mutlaka çalıştırılır; tekrar çalışması için şartın sağlandığı kontrol edilir.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for : Döngü içindeki kodlar belirli bir sayıda çalıştırılır.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Foreach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: Dizideki eleman sayısı kadar döngü çalışır.</a:t>
            </a:r>
          </a:p>
        </p:txBody>
      </p:sp>
    </p:spTree>
    <p:extLst>
      <p:ext uri="{BB962C8B-B14F-4D97-AF65-F5344CB8AC3E}">
        <p14:creationId xmlns:p14="http://schemas.microsoft.com/office/powerpoint/2010/main" val="167222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while Döngüsü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Döngü şart sağlandığı müddetçe çalışır.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değişkene ($x) 1 sayısı atanıyor.($x=1)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Döngü $x değişkeni 5’den küçük ya da eşit olduğu müddetçe çalışıyor.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$x değişkeninin değerinin $x++ parametresiyle birer artırıldığına dikkat edin.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60726" y="3843487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"Say: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++;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1500" dirty="0"/>
          </a:p>
        </p:txBody>
      </p:sp>
    </p:spTree>
    <p:extLst>
      <p:ext uri="{BB962C8B-B14F-4D97-AF65-F5344CB8AC3E}">
        <p14:creationId xmlns:p14="http://schemas.microsoft.com/office/powerpoint/2010/main" val="346188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do…while döngüsü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döngü içine yazılan kodlar mutlaka bir defa çalıştırılır. Koşul kontrol edilir. Sağlanıyorsa kod çalıştırılmaya devam eder.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$x değişkenine 1 değeri atanıyor ($x=1). Döngünün içine giriliyor çıktı veriliyor. $x değişkeninin değeri bir artırılıyor ($x++). Döngünün sonundaki parametre $x değişkeninin değerinin 5’e eşit mi yoksa küçük mü olduğunu test ediyor. Şart sağlandığı için döngüye devam ediliyor.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4153966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do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"Say: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++;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6600" dirty="0"/>
          </a:p>
        </p:txBody>
      </p:sp>
    </p:spTree>
    <p:extLst>
      <p:ext uri="{BB962C8B-B14F-4D97-AF65-F5344CB8AC3E}">
        <p14:creationId xmlns:p14="http://schemas.microsoft.com/office/powerpoint/2010/main" val="2125793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do…while döngüsü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döngünün diğerlerinden farkı en az bir defa mutlaka kodların çalıştırılıyor olmasıdır.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Yani daha kodların en başında $x değerinin değeri 10 (on) olarak atansaydı bile yine döngü içindeki kodlar bir defa çalışacaktı.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3396773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do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"Say: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++;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23900" dirty="0"/>
          </a:p>
        </p:txBody>
      </p:sp>
    </p:spTree>
    <p:extLst>
      <p:ext uri="{BB962C8B-B14F-4D97-AF65-F5344CB8AC3E}">
        <p14:creationId xmlns:p14="http://schemas.microsoft.com/office/powerpoint/2010/main" val="1074235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 Döngüsü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571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İçindeki kodların kaç defa çalışacağının kesin olarak belirtildiği döngü türüdür.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Parametreler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Sayaç değişken: Döngünün kaç defa yapılacağını belirleyen değerin başlangıcının atanması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Sayaç değişken koşulu: Döngünün ne zaman sonlanacağının belirtildiği koşul. Koşul sağlanıyorsa döngü devam eder.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Sayaç değişkenin değişimi: Döngü her döndüğünde sayaçta meydana gelmesi istenen değişim.</a:t>
            </a:r>
          </a:p>
        </p:txBody>
      </p:sp>
    </p:spTree>
    <p:extLst>
      <p:ext uri="{BB962C8B-B14F-4D97-AF65-F5344CB8AC3E}">
        <p14:creationId xmlns:p14="http://schemas.microsoft.com/office/powerpoint/2010/main" val="690386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for Döngüsü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22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0’dan 10’a kadar sayılar görüntüleniyor.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27170" y="2616597"/>
            <a:ext cx="8305101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++){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"Say: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34400" dirty="0"/>
          </a:p>
        </p:txBody>
      </p:sp>
    </p:spTree>
    <p:extLst>
      <p:ext uri="{BB962C8B-B14F-4D97-AF65-F5344CB8AC3E}">
        <p14:creationId xmlns:p14="http://schemas.microsoft.com/office/powerpoint/2010/main" val="4178991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 err="1"/>
              <a:t>foreach</a:t>
            </a:r>
            <a:r>
              <a:rPr lang="tr-TR" sz="3200" dirty="0"/>
              <a:t> Döngüsü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122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Bu döngü sadece dizi değişkenlerde kullanılır. Dizinin her anahtar/değeri için kullanılır.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Her tekrarda dizi içindeki elemanlar $değer ismindeki değişkene atanır. Bu işlem son eleman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deger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değişkenine atanana kadar devam eder.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 bir dizinin elemanlarının sırasıyla nasıl görüntülenebileceğini gösteriyor.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285225" y="3849779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$renkler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array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kırmızı"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"yeşil"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"mavi"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"sarı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foreach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$renkler 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as 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deger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</a:t>
            </a:r>
            <a:r>
              <a:rPr lang="tr-TR" b="1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deger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49600" dirty="0"/>
          </a:p>
        </p:txBody>
      </p:sp>
    </p:spTree>
    <p:extLst>
      <p:ext uri="{BB962C8B-B14F-4D97-AF65-F5344CB8AC3E}">
        <p14:creationId xmlns:p14="http://schemas.microsoft.com/office/powerpoint/2010/main" val="4180691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Kullanıcının Yaşına Göre Giriş İzni Kontrolü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10392" y="1475694"/>
            <a:ext cx="8305101" cy="526297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$yas = 17; // Kullanıcının yaşı</a:t>
            </a:r>
          </a:p>
          <a:p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if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($yas &gt;= 18)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"Giriş yapabilirsiniz. Hoş geldiniz!";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elseif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($yas == 17)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"Bir yıl sonra giriş yapabilirsiniz!";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 else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"Üzgünüz, 18 yaşından küçükler giriş yapamaz.";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sz="49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433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e-ticaret sitesinde, kullanıcının üyelik türüne göre indirim hesaplayan sistem.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35559" y="1750062"/>
            <a:ext cx="8305101" cy="489364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uyelik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"Gold"; // üyelik türü</a:t>
            </a: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if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uyelik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== "Gold")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"Tebrikler! %20 indirim kazandınız.";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elseif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uyelik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== "Silver")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"%10 indirim kazandınız.";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elseif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uyelik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== "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Bronze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"%5 indirim kazandınız.";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 else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"İndirim kazanmak için üye olun!";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sz="49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010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e-ticaret sitesinde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veritabanından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çekilen ürünleri listeleyen sistem.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35559" y="1750062"/>
            <a:ext cx="8305101" cy="489364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urunler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["Telefon", "Laptop", "Tablet", "Kulaklık"];</a:t>
            </a:r>
          </a:p>
          <a:p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"&lt;h2&gt;Ürün Listesi&lt;/h2&gt;";</a:t>
            </a: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"&lt;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ul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foreach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urunler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as $urun)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"&lt;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li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&gt;$urun&lt;/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li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"&lt;/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ul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sz="49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709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Kullanıcının girdiği şifreyi yıldızlarla gizleyerek gösteren bir sistem.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335559" y="1750062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sifre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gizlisifre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gizliSifre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"";</a:t>
            </a:r>
          </a:p>
          <a:p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for ($i = 0; $i &lt;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strlen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sifre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); $i++)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gizliSifre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.= "*";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"Şifreniz: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gizliSifre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sz="49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802502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283530</TotalTime>
  <Words>1155</Words>
  <Application>Microsoft Office PowerPoint</Application>
  <PresentationFormat>Ekran Gösterisi (4:3)</PresentationFormat>
  <Paragraphs>180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18</vt:i4>
      </vt:variant>
    </vt:vector>
  </HeadingPairs>
  <TitlesOfParts>
    <vt:vector size="28" baseType="lpstr">
      <vt:lpstr>Arial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Koşullu İfadeler</vt:lpstr>
      <vt:lpstr>If</vt:lpstr>
      <vt:lpstr>If…else</vt:lpstr>
      <vt:lpstr>if…elseif…else</vt:lpstr>
      <vt:lpstr>Switch</vt:lpstr>
      <vt:lpstr>Switch</vt:lpstr>
      <vt:lpstr>Döngüler</vt:lpstr>
      <vt:lpstr>while Döngüsü</vt:lpstr>
      <vt:lpstr>do…while döngüsü</vt:lpstr>
      <vt:lpstr>do…while döngüsü</vt:lpstr>
      <vt:lpstr>for Döngüsü</vt:lpstr>
      <vt:lpstr>for Döngüsü</vt:lpstr>
      <vt:lpstr>foreach Döngüsü</vt:lpstr>
      <vt:lpstr>Örnek</vt:lpstr>
      <vt:lpstr>Örnek</vt:lpstr>
      <vt:lpstr>Örnek</vt:lpstr>
      <vt:lpstr>Örnek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1676</cp:revision>
  <cp:lastPrinted>2013-04-21T19:31:14Z</cp:lastPrinted>
  <dcterms:created xsi:type="dcterms:W3CDTF">1999-10-08T19:08:27Z</dcterms:created>
  <dcterms:modified xsi:type="dcterms:W3CDTF">2026-03-11T11:43:25Z</dcterms:modified>
</cp:coreProperties>
</file>